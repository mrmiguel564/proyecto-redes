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6959D7-79F3-4013-AE13-2B9A5428FA20}" v="44" dt="2025-11-11T03:25:49.2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43" y="1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ko A7x" userId="20328c26abaa9d6f" providerId="LiveId" clId="{38BF1695-285C-4F7B-912C-7C10D0494CBE}"/>
    <pc:docChg chg="undo custSel addSld modSld addMainMaster delMainMaster">
      <pc:chgData name="Niko A7x" userId="20328c26abaa9d6f" providerId="LiveId" clId="{38BF1695-285C-4F7B-912C-7C10D0494CBE}" dt="2025-11-11T03:27:08.993" v="314" actId="27636"/>
      <pc:docMkLst>
        <pc:docMk/>
      </pc:docMkLst>
      <pc:sldChg chg="addSp delSp modSp new mod setBg modClrScheme chgLayout">
        <pc:chgData name="Niko A7x" userId="20328c26abaa9d6f" providerId="LiveId" clId="{38BF1695-285C-4F7B-912C-7C10D0494CBE}" dt="2025-11-11T02:29:29.079" v="63" actId="27636"/>
        <pc:sldMkLst>
          <pc:docMk/>
          <pc:sldMk cId="1162733844" sldId="256"/>
        </pc:sldMkLst>
        <pc:spChg chg="mod">
          <ac:chgData name="Niko A7x" userId="20328c26abaa9d6f" providerId="LiveId" clId="{38BF1695-285C-4F7B-912C-7C10D0494CBE}" dt="2025-11-11T02:28:44.078" v="38" actId="26606"/>
          <ac:spMkLst>
            <pc:docMk/>
            <pc:sldMk cId="1162733844" sldId="256"/>
            <ac:spMk id="2" creationId="{38B3FCF9-22C2-FCF6-0488-6D7C750B3D21}"/>
          </ac:spMkLst>
        </pc:spChg>
        <pc:spChg chg="del">
          <ac:chgData name="Niko A7x" userId="20328c26abaa9d6f" providerId="LiveId" clId="{38BF1695-285C-4F7B-912C-7C10D0494CBE}" dt="2025-11-11T02:26:36.435" v="9"/>
          <ac:spMkLst>
            <pc:docMk/>
            <pc:sldMk cId="1162733844" sldId="256"/>
            <ac:spMk id="3" creationId="{22CC0B21-B87D-742A-21CD-9988F7A5D531}"/>
          </ac:spMkLst>
        </pc:spChg>
        <pc:spChg chg="add mod">
          <ac:chgData name="Niko A7x" userId="20328c26abaa9d6f" providerId="LiveId" clId="{38BF1695-285C-4F7B-912C-7C10D0494CBE}" dt="2025-11-11T02:29:29.079" v="63" actId="27636"/>
          <ac:spMkLst>
            <pc:docMk/>
            <pc:sldMk cId="1162733844" sldId="256"/>
            <ac:spMk id="4" creationId="{6DD399A3-E2CD-C4A7-BC53-2D7C78BE879A}"/>
          </ac:spMkLst>
        </pc:spChg>
        <pc:spChg chg="add">
          <ac:chgData name="Niko A7x" userId="20328c26abaa9d6f" providerId="LiveId" clId="{38BF1695-285C-4F7B-912C-7C10D0494CBE}" dt="2025-11-11T02:28:44.078" v="38" actId="26606"/>
          <ac:spMkLst>
            <pc:docMk/>
            <pc:sldMk cId="1162733844" sldId="256"/>
            <ac:spMk id="9" creationId="{92CC1E4F-F1F0-B945-BE50-C72A7103E8AC}"/>
          </ac:spMkLst>
        </pc:spChg>
        <pc:picChg chg="add">
          <ac:chgData name="Niko A7x" userId="20328c26abaa9d6f" providerId="LiveId" clId="{38BF1695-285C-4F7B-912C-7C10D0494CBE}" dt="2025-11-11T02:28:44.078" v="38" actId="26606"/>
          <ac:picMkLst>
            <pc:docMk/>
            <pc:sldMk cId="1162733844" sldId="256"/>
            <ac:picMk id="6" creationId="{C7BCA24D-F163-1FDB-E733-1BBDAB2A5A72}"/>
          </ac:picMkLst>
        </pc:picChg>
      </pc:sldChg>
      <pc:sldChg chg="addSp delSp modSp new mod setBg">
        <pc:chgData name="Niko A7x" userId="20328c26abaa9d6f" providerId="LiveId" clId="{38BF1695-285C-4F7B-912C-7C10D0494CBE}" dt="2025-11-11T02:44:11.490" v="85" actId="20577"/>
        <pc:sldMkLst>
          <pc:docMk/>
          <pc:sldMk cId="1671452555" sldId="257"/>
        </pc:sldMkLst>
        <pc:spChg chg="mod">
          <ac:chgData name="Niko A7x" userId="20328c26abaa9d6f" providerId="LiveId" clId="{38BF1695-285C-4F7B-912C-7C10D0494CBE}" dt="2025-11-11T02:43:04.448" v="74" actId="26606"/>
          <ac:spMkLst>
            <pc:docMk/>
            <pc:sldMk cId="1671452555" sldId="257"/>
            <ac:spMk id="2" creationId="{84E5D98E-45A8-9C04-9392-26DF52338716}"/>
          </ac:spMkLst>
        </pc:spChg>
        <pc:spChg chg="del">
          <ac:chgData name="Niko A7x" userId="20328c26abaa9d6f" providerId="LiveId" clId="{38BF1695-285C-4F7B-912C-7C10D0494CBE}" dt="2025-11-11T02:41:51.197" v="66"/>
          <ac:spMkLst>
            <pc:docMk/>
            <pc:sldMk cId="1671452555" sldId="257"/>
            <ac:spMk id="3" creationId="{A628AB7D-C1C1-F4DD-69A8-9C45D0757488}"/>
          </ac:spMkLst>
        </pc:spChg>
        <pc:spChg chg="add mod">
          <ac:chgData name="Niko A7x" userId="20328c26abaa9d6f" providerId="LiveId" clId="{38BF1695-285C-4F7B-912C-7C10D0494CBE}" dt="2025-11-11T02:44:11.490" v="85" actId="20577"/>
          <ac:spMkLst>
            <pc:docMk/>
            <pc:sldMk cId="1671452555" sldId="257"/>
            <ac:spMk id="4" creationId="{4163AE12-FBB8-A78F-747F-14604E99ED8F}"/>
          </ac:spMkLst>
        </pc:spChg>
        <pc:spChg chg="add">
          <ac:chgData name="Niko A7x" userId="20328c26abaa9d6f" providerId="LiveId" clId="{38BF1695-285C-4F7B-912C-7C10D0494CBE}" dt="2025-11-11T02:43:04.448" v="74" actId="26606"/>
          <ac:spMkLst>
            <pc:docMk/>
            <pc:sldMk cId="1671452555" sldId="257"/>
            <ac:spMk id="11" creationId="{6ACA6F80-D392-A64E-3CF8-F28F1CCEE67B}"/>
          </ac:spMkLst>
        </pc:spChg>
        <pc:picChg chg="add mod">
          <ac:chgData name="Niko A7x" userId="20328c26abaa9d6f" providerId="LiveId" clId="{38BF1695-285C-4F7B-912C-7C10D0494CBE}" dt="2025-11-11T02:43:22.171" v="79" actId="1076"/>
          <ac:picMkLst>
            <pc:docMk/>
            <pc:sldMk cId="1671452555" sldId="257"/>
            <ac:picMk id="8" creationId="{DC9452D4-E0B6-6737-5393-89512871B0D3}"/>
          </ac:picMkLst>
        </pc:picChg>
      </pc:sldChg>
      <pc:sldChg chg="addSp delSp modSp new mod setBg">
        <pc:chgData name="Niko A7x" userId="20328c26abaa9d6f" providerId="LiveId" clId="{38BF1695-285C-4F7B-912C-7C10D0494CBE}" dt="2025-11-11T03:09:45.544" v="170" actId="20577"/>
        <pc:sldMkLst>
          <pc:docMk/>
          <pc:sldMk cId="4272429548" sldId="258"/>
        </pc:sldMkLst>
        <pc:spChg chg="mod">
          <ac:chgData name="Niko A7x" userId="20328c26abaa9d6f" providerId="LiveId" clId="{38BF1695-285C-4F7B-912C-7C10D0494CBE}" dt="2025-11-11T03:02:54.982" v="116" actId="27636"/>
          <ac:spMkLst>
            <pc:docMk/>
            <pc:sldMk cId="4272429548" sldId="258"/>
            <ac:spMk id="2" creationId="{34EA09C7-E3C1-6568-5E31-081B55229B8D}"/>
          </ac:spMkLst>
        </pc:spChg>
        <pc:spChg chg="add del mod">
          <ac:chgData name="Niko A7x" userId="20328c26abaa9d6f" providerId="LiveId" clId="{38BF1695-285C-4F7B-912C-7C10D0494CBE}" dt="2025-11-11T03:08:47.224" v="165" actId="113"/>
          <ac:spMkLst>
            <pc:docMk/>
            <pc:sldMk cId="4272429548" sldId="258"/>
            <ac:spMk id="3" creationId="{8B6B7235-2C05-885F-A613-FFCF543338AF}"/>
          </ac:spMkLst>
        </pc:spChg>
        <pc:spChg chg="add del mod">
          <ac:chgData name="Niko A7x" userId="20328c26abaa9d6f" providerId="LiveId" clId="{38BF1695-285C-4F7B-912C-7C10D0494CBE}" dt="2025-11-11T03:05:08.352" v="117" actId="21"/>
          <ac:spMkLst>
            <pc:docMk/>
            <pc:sldMk cId="4272429548" sldId="258"/>
            <ac:spMk id="5" creationId="{6014C54C-7120-4D31-C518-A72313CF03B7}"/>
          </ac:spMkLst>
        </pc:spChg>
        <pc:spChg chg="add mod">
          <ac:chgData name="Niko A7x" userId="20328c26abaa9d6f" providerId="LiveId" clId="{38BF1695-285C-4F7B-912C-7C10D0494CBE}" dt="2025-11-11T03:09:45.544" v="170" actId="20577"/>
          <ac:spMkLst>
            <pc:docMk/>
            <pc:sldMk cId="4272429548" sldId="258"/>
            <ac:spMk id="6" creationId="{8799049C-162B-E164-AFF1-B3EB5A88C334}"/>
          </ac:spMkLst>
        </pc:spChg>
        <pc:spChg chg="add">
          <ac:chgData name="Niko A7x" userId="20328c26abaa9d6f" providerId="LiveId" clId="{38BF1695-285C-4F7B-912C-7C10D0494CBE}" dt="2025-11-11T03:00:11.101" v="91" actId="26606"/>
          <ac:spMkLst>
            <pc:docMk/>
            <pc:sldMk cId="4272429548" sldId="258"/>
            <ac:spMk id="10" creationId="{6ACA6F80-D392-A64E-3CF8-F28F1CCEE67B}"/>
          </ac:spMkLst>
        </pc:spChg>
        <pc:graphicFrameChg chg="add del">
          <ac:chgData name="Niko A7x" userId="20328c26abaa9d6f" providerId="LiveId" clId="{38BF1695-285C-4F7B-912C-7C10D0494CBE}" dt="2025-11-11T03:06:23.347" v="132" actId="26606"/>
          <ac:graphicFrameMkLst>
            <pc:docMk/>
            <pc:sldMk cId="4272429548" sldId="258"/>
            <ac:graphicFrameMk id="12" creationId="{54329DB0-8FB7-9EDA-7968-5071C48055EA}"/>
          </ac:graphicFrameMkLst>
        </pc:graphicFrameChg>
        <pc:graphicFrameChg chg="add del">
          <ac:chgData name="Niko A7x" userId="20328c26abaa9d6f" providerId="LiveId" clId="{38BF1695-285C-4F7B-912C-7C10D0494CBE}" dt="2025-11-11T03:06:34.009" v="134" actId="26606"/>
          <ac:graphicFrameMkLst>
            <pc:docMk/>
            <pc:sldMk cId="4272429548" sldId="258"/>
            <ac:graphicFrameMk id="13" creationId="{BDB1B7C1-9B01-77D9-317A-B49B2C1D5B2D}"/>
          </ac:graphicFrameMkLst>
        </pc:graphicFrameChg>
        <pc:picChg chg="add mod">
          <ac:chgData name="Niko A7x" userId="20328c26abaa9d6f" providerId="LiveId" clId="{38BF1695-285C-4F7B-912C-7C10D0494CBE}" dt="2025-11-11T03:01:45.518" v="102"/>
          <ac:picMkLst>
            <pc:docMk/>
            <pc:sldMk cId="4272429548" sldId="258"/>
            <ac:picMk id="4" creationId="{9E04AD15-E07D-D332-7D7F-FF129A00634B}"/>
          </ac:picMkLst>
        </pc:picChg>
        <pc:picChg chg="add del">
          <ac:chgData name="Niko A7x" userId="20328c26abaa9d6f" providerId="LiveId" clId="{38BF1695-285C-4F7B-912C-7C10D0494CBE}" dt="2025-11-11T03:01:38.267" v="98" actId="21"/>
          <ac:picMkLst>
            <pc:docMk/>
            <pc:sldMk cId="4272429548" sldId="258"/>
            <ac:picMk id="7" creationId="{9E04AD15-E07D-D332-7D7F-FF129A00634B}"/>
          </ac:picMkLst>
        </pc:picChg>
        <pc:picChg chg="add mod">
          <ac:chgData name="Niko A7x" userId="20328c26abaa9d6f" providerId="LiveId" clId="{38BF1695-285C-4F7B-912C-7C10D0494CBE}" dt="2025-11-11T03:07:58.933" v="158" actId="14100"/>
          <ac:picMkLst>
            <pc:docMk/>
            <pc:sldMk cId="4272429548" sldId="258"/>
            <ac:picMk id="8" creationId="{BA5B6BBC-2690-64CD-F72F-D81BEA2C5D0C}"/>
          </ac:picMkLst>
        </pc:picChg>
      </pc:sldChg>
      <pc:sldChg chg="addSp modSp new mod setBg">
        <pc:chgData name="Niko A7x" userId="20328c26abaa9d6f" providerId="LiveId" clId="{38BF1695-285C-4F7B-912C-7C10D0494CBE}" dt="2025-11-11T03:15:54.036" v="221" actId="113"/>
        <pc:sldMkLst>
          <pc:docMk/>
          <pc:sldMk cId="3873678984" sldId="259"/>
        </pc:sldMkLst>
        <pc:spChg chg="mod">
          <ac:chgData name="Niko A7x" userId="20328c26abaa9d6f" providerId="LiveId" clId="{38BF1695-285C-4F7B-912C-7C10D0494CBE}" dt="2025-11-11T03:14:46.648" v="211" actId="1076"/>
          <ac:spMkLst>
            <pc:docMk/>
            <pc:sldMk cId="3873678984" sldId="259"/>
            <ac:spMk id="2" creationId="{6AC436BC-7D3E-3602-26AE-8CFE4A375670}"/>
          </ac:spMkLst>
        </pc:spChg>
        <pc:spChg chg="mod">
          <ac:chgData name="Niko A7x" userId="20328c26abaa9d6f" providerId="LiveId" clId="{38BF1695-285C-4F7B-912C-7C10D0494CBE}" dt="2025-11-11T03:15:54.036" v="221" actId="113"/>
          <ac:spMkLst>
            <pc:docMk/>
            <pc:sldMk cId="3873678984" sldId="259"/>
            <ac:spMk id="3" creationId="{D26107F9-773C-0C9F-8E37-B20E5AB45B0C}"/>
          </ac:spMkLst>
        </pc:spChg>
        <pc:spChg chg="add mod">
          <ac:chgData name="Niko A7x" userId="20328c26abaa9d6f" providerId="LiveId" clId="{38BF1695-285C-4F7B-912C-7C10D0494CBE}" dt="2025-11-11T03:14:38.639" v="210" actId="20577"/>
          <ac:spMkLst>
            <pc:docMk/>
            <pc:sldMk cId="3873678984" sldId="259"/>
            <ac:spMk id="4" creationId="{38BE287E-C490-A047-D0C3-B60BB21F50DC}"/>
          </ac:spMkLst>
        </pc:spChg>
        <pc:spChg chg="add">
          <ac:chgData name="Niko A7x" userId="20328c26abaa9d6f" providerId="LiveId" clId="{38BF1695-285C-4F7B-912C-7C10D0494CBE}" dt="2025-11-11T03:12:40.597" v="178" actId="26606"/>
          <ac:spMkLst>
            <pc:docMk/>
            <pc:sldMk cId="3873678984" sldId="259"/>
            <ac:spMk id="10" creationId="{6ACA6F80-D392-A64E-3CF8-F28F1CCEE67B}"/>
          </ac:spMkLst>
        </pc:spChg>
        <pc:picChg chg="add mod">
          <ac:chgData name="Niko A7x" userId="20328c26abaa9d6f" providerId="LiveId" clId="{38BF1695-285C-4F7B-912C-7C10D0494CBE}" dt="2025-11-11T03:12:56.392" v="183" actId="1076"/>
          <ac:picMkLst>
            <pc:docMk/>
            <pc:sldMk cId="3873678984" sldId="259"/>
            <ac:picMk id="7" creationId="{B8E358F7-CB98-64A1-1194-8557CD476F93}"/>
          </ac:picMkLst>
        </pc:picChg>
      </pc:sldChg>
      <pc:sldChg chg="addSp delSp modSp new mod setBg">
        <pc:chgData name="Niko A7x" userId="20328c26abaa9d6f" providerId="LiveId" clId="{38BF1695-285C-4F7B-912C-7C10D0494CBE}" dt="2025-11-11T03:26:12.125" v="283" actId="255"/>
        <pc:sldMkLst>
          <pc:docMk/>
          <pc:sldMk cId="1760480427" sldId="260"/>
        </pc:sldMkLst>
        <pc:spChg chg="mod">
          <ac:chgData name="Niko A7x" userId="20328c26abaa9d6f" providerId="LiveId" clId="{38BF1695-285C-4F7B-912C-7C10D0494CBE}" dt="2025-11-11T03:20:22.854" v="234" actId="26606"/>
          <ac:spMkLst>
            <pc:docMk/>
            <pc:sldMk cId="1760480427" sldId="260"/>
            <ac:spMk id="2" creationId="{B1EC7D14-78A2-1887-7436-1FE8B6CB332C}"/>
          </ac:spMkLst>
        </pc:spChg>
        <pc:spChg chg="mod">
          <ac:chgData name="Niko A7x" userId="20328c26abaa9d6f" providerId="LiveId" clId="{38BF1695-285C-4F7B-912C-7C10D0494CBE}" dt="2025-11-11T03:26:12.125" v="283" actId="255"/>
          <ac:spMkLst>
            <pc:docMk/>
            <pc:sldMk cId="1760480427" sldId="260"/>
            <ac:spMk id="3" creationId="{6DAE8358-A19C-8DE2-A0E9-DEBAF475E4F3}"/>
          </ac:spMkLst>
        </pc:spChg>
        <pc:spChg chg="add del">
          <ac:chgData name="Niko A7x" userId="20328c26abaa9d6f" providerId="LiveId" clId="{38BF1695-285C-4F7B-912C-7C10D0494CBE}" dt="2025-11-11T03:20:22.854" v="233" actId="26606"/>
          <ac:spMkLst>
            <pc:docMk/>
            <pc:sldMk cId="1760480427" sldId="260"/>
            <ac:spMk id="10" creationId="{6ACA6F80-D392-A64E-3CF8-F28F1CCEE67B}"/>
          </ac:spMkLst>
        </pc:spChg>
        <pc:spChg chg="add">
          <ac:chgData name="Niko A7x" userId="20328c26abaa9d6f" providerId="LiveId" clId="{38BF1695-285C-4F7B-912C-7C10D0494CBE}" dt="2025-11-11T03:20:22.854" v="234" actId="26606"/>
          <ac:spMkLst>
            <pc:docMk/>
            <pc:sldMk cId="1760480427" sldId="260"/>
            <ac:spMk id="12" creationId="{6ACA6F80-D392-A64E-3CF8-F28F1CCEE67B}"/>
          </ac:spMkLst>
        </pc:spChg>
        <pc:picChg chg="add del">
          <ac:chgData name="Niko A7x" userId="20328c26abaa9d6f" providerId="LiveId" clId="{38BF1695-285C-4F7B-912C-7C10D0494CBE}" dt="2025-11-11T03:20:22.854" v="233" actId="26606"/>
          <ac:picMkLst>
            <pc:docMk/>
            <pc:sldMk cId="1760480427" sldId="260"/>
            <ac:picMk id="7" creationId="{58AAE29F-35D7-C180-E0F3-DB233CECCE7A}"/>
          </ac:picMkLst>
        </pc:picChg>
        <pc:picChg chg="add">
          <ac:chgData name="Niko A7x" userId="20328c26abaa9d6f" providerId="LiveId" clId="{38BF1695-285C-4F7B-912C-7C10D0494CBE}" dt="2025-11-11T03:20:22.854" v="234" actId="26606"/>
          <ac:picMkLst>
            <pc:docMk/>
            <pc:sldMk cId="1760480427" sldId="260"/>
            <ac:picMk id="13" creationId="{745FE74A-3E94-569E-8030-557C5B32E918}"/>
          </ac:picMkLst>
        </pc:picChg>
      </pc:sldChg>
      <pc:sldChg chg="addSp modSp new mod">
        <pc:chgData name="Niko A7x" userId="20328c26abaa9d6f" providerId="LiveId" clId="{38BF1695-285C-4F7B-912C-7C10D0494CBE}" dt="2025-11-11T03:24:07.177" v="276" actId="255"/>
        <pc:sldMkLst>
          <pc:docMk/>
          <pc:sldMk cId="2653871553" sldId="261"/>
        </pc:sldMkLst>
        <pc:spChg chg="mod">
          <ac:chgData name="Niko A7x" userId="20328c26abaa9d6f" providerId="LiveId" clId="{38BF1695-285C-4F7B-912C-7C10D0494CBE}" dt="2025-11-11T03:21:58.878" v="240"/>
          <ac:spMkLst>
            <pc:docMk/>
            <pc:sldMk cId="2653871553" sldId="261"/>
            <ac:spMk id="2" creationId="{9DB50C04-A239-9B3F-9CDA-E2826B0E59D9}"/>
          </ac:spMkLst>
        </pc:spChg>
        <pc:spChg chg="mod">
          <ac:chgData name="Niko A7x" userId="20328c26abaa9d6f" providerId="LiveId" clId="{38BF1695-285C-4F7B-912C-7C10D0494CBE}" dt="2025-11-11T03:22:37.072" v="259" actId="27636"/>
          <ac:spMkLst>
            <pc:docMk/>
            <pc:sldMk cId="2653871553" sldId="261"/>
            <ac:spMk id="3" creationId="{4DA316D3-BC02-3B7D-83A3-4D28C2B9C155}"/>
          </ac:spMkLst>
        </pc:spChg>
        <pc:spChg chg="add mod">
          <ac:chgData name="Niko A7x" userId="20328c26abaa9d6f" providerId="LiveId" clId="{38BF1695-285C-4F7B-912C-7C10D0494CBE}" dt="2025-11-11T03:24:07.177" v="276" actId="255"/>
          <ac:spMkLst>
            <pc:docMk/>
            <pc:sldMk cId="2653871553" sldId="261"/>
            <ac:spMk id="4" creationId="{AED62CA3-B371-6A4A-039B-0797D0FC62C4}"/>
          </ac:spMkLst>
        </pc:spChg>
        <pc:picChg chg="add mod">
          <ac:chgData name="Niko A7x" userId="20328c26abaa9d6f" providerId="LiveId" clId="{38BF1695-285C-4F7B-912C-7C10D0494CBE}" dt="2025-11-11T03:23:45.862" v="274" actId="1076"/>
          <ac:picMkLst>
            <pc:docMk/>
            <pc:sldMk cId="2653871553" sldId="261"/>
            <ac:picMk id="6" creationId="{AFA4DDD3-41FB-1617-5A6D-E4BC3371C841}"/>
          </ac:picMkLst>
        </pc:picChg>
      </pc:sldChg>
      <pc:sldChg chg="addSp modSp new mod setBg">
        <pc:chgData name="Niko A7x" userId="20328c26abaa9d6f" providerId="LiveId" clId="{38BF1695-285C-4F7B-912C-7C10D0494CBE}" dt="2025-11-11T03:27:08.993" v="314" actId="27636"/>
        <pc:sldMkLst>
          <pc:docMk/>
          <pc:sldMk cId="2686816546" sldId="262"/>
        </pc:sldMkLst>
        <pc:spChg chg="mod">
          <ac:chgData name="Niko A7x" userId="20328c26abaa9d6f" providerId="LiveId" clId="{38BF1695-285C-4F7B-912C-7C10D0494CBE}" dt="2025-11-11T03:25:59.647" v="281" actId="26606"/>
          <ac:spMkLst>
            <pc:docMk/>
            <pc:sldMk cId="2686816546" sldId="262"/>
            <ac:spMk id="2" creationId="{D4FB5020-DA3F-2332-0BEF-5D1E5BC9769E}"/>
          </ac:spMkLst>
        </pc:spChg>
        <pc:spChg chg="mod">
          <ac:chgData name="Niko A7x" userId="20328c26abaa9d6f" providerId="LiveId" clId="{38BF1695-285C-4F7B-912C-7C10D0494CBE}" dt="2025-11-11T03:27:08.993" v="314" actId="27636"/>
          <ac:spMkLst>
            <pc:docMk/>
            <pc:sldMk cId="2686816546" sldId="262"/>
            <ac:spMk id="3" creationId="{CBA22860-0D0B-D3F9-5A99-06F8C371CE74}"/>
          </ac:spMkLst>
        </pc:spChg>
        <pc:spChg chg="add">
          <ac:chgData name="Niko A7x" userId="20328c26abaa9d6f" providerId="LiveId" clId="{38BF1695-285C-4F7B-912C-7C10D0494CBE}" dt="2025-11-11T03:25:59.647" v="281" actId="26606"/>
          <ac:spMkLst>
            <pc:docMk/>
            <pc:sldMk cId="2686816546" sldId="262"/>
            <ac:spMk id="10" creationId="{6ACA6F80-D392-A64E-3CF8-F28F1CCEE67B}"/>
          </ac:spMkLst>
        </pc:spChg>
        <pc:picChg chg="add mod">
          <ac:chgData name="Niko A7x" userId="20328c26abaa9d6f" providerId="LiveId" clId="{38BF1695-285C-4F7B-912C-7C10D0494CBE}" dt="2025-11-11T03:26:03.531" v="282" actId="1076"/>
          <ac:picMkLst>
            <pc:docMk/>
            <pc:sldMk cId="2686816546" sldId="262"/>
            <ac:picMk id="7" creationId="{369EEA88-61B2-5809-47A2-D692F5E00B1B}"/>
          </ac:picMkLst>
        </pc:picChg>
      </pc:sldChg>
      <pc:sldMasterChg chg="del delSldLayout">
        <pc:chgData name="Niko A7x" userId="20328c26abaa9d6f" providerId="LiveId" clId="{38BF1695-285C-4F7B-912C-7C10D0494CBE}" dt="2025-11-11T02:28:44.078" v="38" actId="26606"/>
        <pc:sldMasterMkLst>
          <pc:docMk/>
          <pc:sldMasterMk cId="1045429221" sldId="2147483648"/>
        </pc:sldMasterMkLst>
        <pc:sldLayoutChg chg="del">
          <pc:chgData name="Niko A7x" userId="20328c26abaa9d6f" providerId="LiveId" clId="{38BF1695-285C-4F7B-912C-7C10D0494CBE}" dt="2025-11-11T02:28:44.078" v="38" actId="26606"/>
          <pc:sldLayoutMkLst>
            <pc:docMk/>
            <pc:sldMasterMk cId="1045429221" sldId="2147483648"/>
            <pc:sldLayoutMk cId="3934747114" sldId="2147483649"/>
          </pc:sldLayoutMkLst>
        </pc:sldLayoutChg>
        <pc:sldLayoutChg chg="del">
          <pc:chgData name="Niko A7x" userId="20328c26abaa9d6f" providerId="LiveId" clId="{38BF1695-285C-4F7B-912C-7C10D0494CBE}" dt="2025-11-11T02:28:44.078" v="38" actId="26606"/>
          <pc:sldLayoutMkLst>
            <pc:docMk/>
            <pc:sldMasterMk cId="1045429221" sldId="2147483648"/>
            <pc:sldLayoutMk cId="3784623820" sldId="2147483650"/>
          </pc:sldLayoutMkLst>
        </pc:sldLayoutChg>
        <pc:sldLayoutChg chg="del">
          <pc:chgData name="Niko A7x" userId="20328c26abaa9d6f" providerId="LiveId" clId="{38BF1695-285C-4F7B-912C-7C10D0494CBE}" dt="2025-11-11T02:28:44.078" v="38" actId="26606"/>
          <pc:sldLayoutMkLst>
            <pc:docMk/>
            <pc:sldMasterMk cId="1045429221" sldId="2147483648"/>
            <pc:sldLayoutMk cId="2947777351" sldId="2147483651"/>
          </pc:sldLayoutMkLst>
        </pc:sldLayoutChg>
        <pc:sldLayoutChg chg="del">
          <pc:chgData name="Niko A7x" userId="20328c26abaa9d6f" providerId="LiveId" clId="{38BF1695-285C-4F7B-912C-7C10D0494CBE}" dt="2025-11-11T02:28:44.078" v="38" actId="26606"/>
          <pc:sldLayoutMkLst>
            <pc:docMk/>
            <pc:sldMasterMk cId="1045429221" sldId="2147483648"/>
            <pc:sldLayoutMk cId="1932092027" sldId="2147483652"/>
          </pc:sldLayoutMkLst>
        </pc:sldLayoutChg>
        <pc:sldLayoutChg chg="del">
          <pc:chgData name="Niko A7x" userId="20328c26abaa9d6f" providerId="LiveId" clId="{38BF1695-285C-4F7B-912C-7C10D0494CBE}" dt="2025-11-11T02:28:44.078" v="38" actId="26606"/>
          <pc:sldLayoutMkLst>
            <pc:docMk/>
            <pc:sldMasterMk cId="1045429221" sldId="2147483648"/>
            <pc:sldLayoutMk cId="2471265467" sldId="2147483653"/>
          </pc:sldLayoutMkLst>
        </pc:sldLayoutChg>
        <pc:sldLayoutChg chg="del">
          <pc:chgData name="Niko A7x" userId="20328c26abaa9d6f" providerId="LiveId" clId="{38BF1695-285C-4F7B-912C-7C10D0494CBE}" dt="2025-11-11T02:28:44.078" v="38" actId="26606"/>
          <pc:sldLayoutMkLst>
            <pc:docMk/>
            <pc:sldMasterMk cId="1045429221" sldId="2147483648"/>
            <pc:sldLayoutMk cId="3534863024" sldId="2147483654"/>
          </pc:sldLayoutMkLst>
        </pc:sldLayoutChg>
        <pc:sldLayoutChg chg="del">
          <pc:chgData name="Niko A7x" userId="20328c26abaa9d6f" providerId="LiveId" clId="{38BF1695-285C-4F7B-912C-7C10D0494CBE}" dt="2025-11-11T02:28:44.078" v="38" actId="26606"/>
          <pc:sldLayoutMkLst>
            <pc:docMk/>
            <pc:sldMasterMk cId="1045429221" sldId="2147483648"/>
            <pc:sldLayoutMk cId="468064280" sldId="2147483655"/>
          </pc:sldLayoutMkLst>
        </pc:sldLayoutChg>
        <pc:sldLayoutChg chg="del">
          <pc:chgData name="Niko A7x" userId="20328c26abaa9d6f" providerId="LiveId" clId="{38BF1695-285C-4F7B-912C-7C10D0494CBE}" dt="2025-11-11T02:28:44.078" v="38" actId="26606"/>
          <pc:sldLayoutMkLst>
            <pc:docMk/>
            <pc:sldMasterMk cId="1045429221" sldId="2147483648"/>
            <pc:sldLayoutMk cId="1492765142" sldId="2147483656"/>
          </pc:sldLayoutMkLst>
        </pc:sldLayoutChg>
        <pc:sldLayoutChg chg="del">
          <pc:chgData name="Niko A7x" userId="20328c26abaa9d6f" providerId="LiveId" clId="{38BF1695-285C-4F7B-912C-7C10D0494CBE}" dt="2025-11-11T02:28:44.078" v="38" actId="26606"/>
          <pc:sldLayoutMkLst>
            <pc:docMk/>
            <pc:sldMasterMk cId="1045429221" sldId="2147483648"/>
            <pc:sldLayoutMk cId="1355497829" sldId="2147483657"/>
          </pc:sldLayoutMkLst>
        </pc:sldLayoutChg>
        <pc:sldLayoutChg chg="del">
          <pc:chgData name="Niko A7x" userId="20328c26abaa9d6f" providerId="LiveId" clId="{38BF1695-285C-4F7B-912C-7C10D0494CBE}" dt="2025-11-11T02:28:44.078" v="38" actId="26606"/>
          <pc:sldLayoutMkLst>
            <pc:docMk/>
            <pc:sldMasterMk cId="1045429221" sldId="2147483648"/>
            <pc:sldLayoutMk cId="3721149523" sldId="2147483658"/>
          </pc:sldLayoutMkLst>
        </pc:sldLayoutChg>
        <pc:sldLayoutChg chg="del">
          <pc:chgData name="Niko A7x" userId="20328c26abaa9d6f" providerId="LiveId" clId="{38BF1695-285C-4F7B-912C-7C10D0494CBE}" dt="2025-11-11T02:28:44.078" v="38" actId="26606"/>
          <pc:sldLayoutMkLst>
            <pc:docMk/>
            <pc:sldMasterMk cId="1045429221" sldId="2147483648"/>
            <pc:sldLayoutMk cId="2674772102" sldId="2147483659"/>
          </pc:sldLayoutMkLst>
        </pc:sldLayoutChg>
      </pc:sldMasterChg>
      <pc:sldMasterChg chg="add addSldLayout">
        <pc:chgData name="Niko A7x" userId="20328c26abaa9d6f" providerId="LiveId" clId="{38BF1695-285C-4F7B-912C-7C10D0494CBE}" dt="2025-11-11T02:28:44.078" v="38" actId="26606"/>
        <pc:sldMasterMkLst>
          <pc:docMk/>
          <pc:sldMasterMk cId="4181185751" sldId="2147483673"/>
        </pc:sldMasterMkLst>
        <pc:sldLayoutChg chg="add">
          <pc:chgData name="Niko A7x" userId="20328c26abaa9d6f" providerId="LiveId" clId="{38BF1695-285C-4F7B-912C-7C10D0494CBE}" dt="2025-11-11T02:28:44.078" v="38" actId="26606"/>
          <pc:sldLayoutMkLst>
            <pc:docMk/>
            <pc:sldMasterMk cId="4181185751" sldId="2147483673"/>
            <pc:sldLayoutMk cId="2400973545" sldId="2147483662"/>
          </pc:sldLayoutMkLst>
        </pc:sldLayoutChg>
        <pc:sldLayoutChg chg="add">
          <pc:chgData name="Niko A7x" userId="20328c26abaa9d6f" providerId="LiveId" clId="{38BF1695-285C-4F7B-912C-7C10D0494CBE}" dt="2025-11-11T02:28:44.078" v="38" actId="26606"/>
          <pc:sldLayoutMkLst>
            <pc:docMk/>
            <pc:sldMasterMk cId="4181185751" sldId="2147483673"/>
            <pc:sldLayoutMk cId="216601900" sldId="2147483663"/>
          </pc:sldLayoutMkLst>
        </pc:sldLayoutChg>
        <pc:sldLayoutChg chg="add">
          <pc:chgData name="Niko A7x" userId="20328c26abaa9d6f" providerId="LiveId" clId="{38BF1695-285C-4F7B-912C-7C10D0494CBE}" dt="2025-11-11T02:28:44.078" v="38" actId="26606"/>
          <pc:sldLayoutMkLst>
            <pc:docMk/>
            <pc:sldMasterMk cId="4181185751" sldId="2147483673"/>
            <pc:sldLayoutMk cId="3067455911" sldId="2147483664"/>
          </pc:sldLayoutMkLst>
        </pc:sldLayoutChg>
        <pc:sldLayoutChg chg="add">
          <pc:chgData name="Niko A7x" userId="20328c26abaa9d6f" providerId="LiveId" clId="{38BF1695-285C-4F7B-912C-7C10D0494CBE}" dt="2025-11-11T02:28:44.078" v="38" actId="26606"/>
          <pc:sldLayoutMkLst>
            <pc:docMk/>
            <pc:sldMasterMk cId="4181185751" sldId="2147483673"/>
            <pc:sldLayoutMk cId="4029127294" sldId="2147483665"/>
          </pc:sldLayoutMkLst>
        </pc:sldLayoutChg>
        <pc:sldLayoutChg chg="add">
          <pc:chgData name="Niko A7x" userId="20328c26abaa9d6f" providerId="LiveId" clId="{38BF1695-285C-4F7B-912C-7C10D0494CBE}" dt="2025-11-11T02:28:44.078" v="38" actId="26606"/>
          <pc:sldLayoutMkLst>
            <pc:docMk/>
            <pc:sldMasterMk cId="4181185751" sldId="2147483673"/>
            <pc:sldLayoutMk cId="2435384861" sldId="2147483666"/>
          </pc:sldLayoutMkLst>
        </pc:sldLayoutChg>
        <pc:sldLayoutChg chg="add">
          <pc:chgData name="Niko A7x" userId="20328c26abaa9d6f" providerId="LiveId" clId="{38BF1695-285C-4F7B-912C-7C10D0494CBE}" dt="2025-11-11T02:28:44.078" v="38" actId="26606"/>
          <pc:sldLayoutMkLst>
            <pc:docMk/>
            <pc:sldMasterMk cId="4181185751" sldId="2147483673"/>
            <pc:sldLayoutMk cId="3263249550" sldId="2147483667"/>
          </pc:sldLayoutMkLst>
        </pc:sldLayoutChg>
        <pc:sldLayoutChg chg="add">
          <pc:chgData name="Niko A7x" userId="20328c26abaa9d6f" providerId="LiveId" clId="{38BF1695-285C-4F7B-912C-7C10D0494CBE}" dt="2025-11-11T02:28:44.078" v="38" actId="26606"/>
          <pc:sldLayoutMkLst>
            <pc:docMk/>
            <pc:sldMasterMk cId="4181185751" sldId="2147483673"/>
            <pc:sldLayoutMk cId="1775352387" sldId="2147483668"/>
          </pc:sldLayoutMkLst>
        </pc:sldLayoutChg>
        <pc:sldLayoutChg chg="add">
          <pc:chgData name="Niko A7x" userId="20328c26abaa9d6f" providerId="LiveId" clId="{38BF1695-285C-4F7B-912C-7C10D0494CBE}" dt="2025-11-11T02:28:44.078" v="38" actId="26606"/>
          <pc:sldLayoutMkLst>
            <pc:docMk/>
            <pc:sldMasterMk cId="4181185751" sldId="2147483673"/>
            <pc:sldLayoutMk cId="3630348187" sldId="2147483669"/>
          </pc:sldLayoutMkLst>
        </pc:sldLayoutChg>
        <pc:sldLayoutChg chg="add">
          <pc:chgData name="Niko A7x" userId="20328c26abaa9d6f" providerId="LiveId" clId="{38BF1695-285C-4F7B-912C-7C10D0494CBE}" dt="2025-11-11T02:28:44.078" v="38" actId="26606"/>
          <pc:sldLayoutMkLst>
            <pc:docMk/>
            <pc:sldMasterMk cId="4181185751" sldId="2147483673"/>
            <pc:sldLayoutMk cId="3140204511" sldId="2147483670"/>
          </pc:sldLayoutMkLst>
        </pc:sldLayoutChg>
        <pc:sldLayoutChg chg="add">
          <pc:chgData name="Niko A7x" userId="20328c26abaa9d6f" providerId="LiveId" clId="{38BF1695-285C-4F7B-912C-7C10D0494CBE}" dt="2025-11-11T02:28:44.078" v="38" actId="26606"/>
          <pc:sldLayoutMkLst>
            <pc:docMk/>
            <pc:sldMasterMk cId="4181185751" sldId="2147483673"/>
            <pc:sldLayoutMk cId="3469469076" sldId="2147483671"/>
          </pc:sldLayoutMkLst>
        </pc:sldLayoutChg>
        <pc:sldLayoutChg chg="add">
          <pc:chgData name="Niko A7x" userId="20328c26abaa9d6f" providerId="LiveId" clId="{38BF1695-285C-4F7B-912C-7C10D0494CBE}" dt="2025-11-11T02:28:44.078" v="38" actId="26606"/>
          <pc:sldLayoutMkLst>
            <pc:docMk/>
            <pc:sldMasterMk cId="4181185751" sldId="2147483673"/>
            <pc:sldLayoutMk cId="415293929" sldId="2147483672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352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348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204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469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93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384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973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01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4559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127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249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185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2CC1E4F-F1F0-B945-BE50-C72A7103E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8B3FCF9-22C2-FCF6-0488-6D7C750B3D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23007" y="603501"/>
            <a:ext cx="4361693" cy="152704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33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Detección de Comunidades en Redes Complejas</a:t>
            </a:r>
          </a:p>
        </p:txBody>
      </p:sp>
      <p:pic>
        <p:nvPicPr>
          <p:cNvPr id="6" name="Picture 2" descr="Fondo abstracto">
            <a:extLst>
              <a:ext uri="{FF2B5EF4-FFF2-40B4-BE49-F238E27FC236}">
                <a16:creationId xmlns:a16="http://schemas.microsoft.com/office/drawing/2014/main" id="{C7BCA24D-F163-1FDB-E733-1BBDAB2A5A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718" r="17248" b="-1"/>
          <a:stretch>
            <a:fillRect/>
          </a:stretch>
        </p:blipFill>
        <p:spPr>
          <a:xfrm>
            <a:off x="1" y="10"/>
            <a:ext cx="6373368" cy="685799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6DD399A3-E2CD-C4A7-BC53-2D7C78BE879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123007" y="2212846"/>
            <a:ext cx="4361693" cy="409651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indent="-228600" algn="l" fontAlgn="base"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kumimoji="0" lang="en-US" altLang="es-CL" b="0" i="0" u="none" strike="noStrike" cap="none" normalizeH="0" baseline="0" dirty="0">
                <a:ln>
                  <a:noFill/>
                </a:ln>
                <a:effectLst/>
              </a:rPr>
              <a:t>Universidad de Valparaíso – Escuela de Ingeniería </a:t>
            </a:r>
            <a:r>
              <a:rPr kumimoji="0" lang="en-US" altLang="es-CL" b="0" i="0" u="none" strike="noStrike" cap="none" normalizeH="0" baseline="0" dirty="0" err="1">
                <a:ln>
                  <a:noFill/>
                </a:ln>
                <a:effectLst/>
              </a:rPr>
              <a:t>Informática</a:t>
            </a:r>
            <a:endParaRPr kumimoji="0" lang="en-US" altLang="es-CL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algn="l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s-CL" b="0" i="0" u="none" strike="noStrike" cap="none" normalizeH="0" baseline="0" dirty="0" err="1">
                <a:ln>
                  <a:noFill/>
                </a:ln>
                <a:effectLst/>
              </a:rPr>
              <a:t>Asignatura</a:t>
            </a:r>
            <a:r>
              <a:rPr kumimoji="0" lang="en-US" altLang="es-CL" b="0" i="0" u="none" strike="noStrike" cap="none" normalizeH="0" baseline="0" dirty="0">
                <a:ln>
                  <a:noFill/>
                </a:ln>
                <a:effectLst/>
              </a:rPr>
              <a:t>: </a:t>
            </a:r>
            <a:r>
              <a:rPr lang="en-US" altLang="es-CL" dirty="0"/>
              <a:t>Base</a:t>
            </a:r>
            <a:r>
              <a:rPr kumimoji="0" lang="en-US" altLang="es-CL" b="0" i="0" u="none" strike="noStrike" cap="none" normalizeH="0" baseline="0" dirty="0">
                <a:ln>
                  <a:noFill/>
                </a:ln>
                <a:effectLst/>
              </a:rPr>
              <a:t> de Datos 3</a:t>
            </a:r>
          </a:p>
          <a:p>
            <a:pPr marL="0" marR="0" lvl="0" indent="-228600" algn="l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s-CL" b="0" i="0" u="none" strike="noStrike" cap="none" normalizeH="0" baseline="0" dirty="0" err="1">
                <a:ln>
                  <a:noFill/>
                </a:ln>
                <a:effectLst/>
              </a:rPr>
              <a:t>Profesora</a:t>
            </a:r>
            <a:r>
              <a:rPr kumimoji="0" lang="en-US" altLang="es-CL" b="0" i="0" u="none" strike="noStrike" cap="none" normalizeH="0" baseline="0" dirty="0">
                <a:ln>
                  <a:noFill/>
                </a:ln>
                <a:effectLst/>
              </a:rPr>
              <a:t>: Ana Aguilera Faraco</a:t>
            </a:r>
          </a:p>
          <a:p>
            <a:pPr marL="0" marR="0" lvl="0" indent="-228600" algn="l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s-CL" b="0" i="0" u="none" strike="noStrike" cap="none" normalizeH="0" baseline="0" dirty="0" err="1">
                <a:ln>
                  <a:noFill/>
                </a:ln>
                <a:effectLst/>
              </a:rPr>
              <a:t>Fecha</a:t>
            </a:r>
            <a:r>
              <a:rPr kumimoji="0" lang="en-US" altLang="es-CL" b="0" i="0" u="none" strike="noStrike" cap="none" normalizeH="0" baseline="0" dirty="0">
                <a:ln>
                  <a:noFill/>
                </a:ln>
                <a:effectLst/>
              </a:rPr>
              <a:t>: 12 de </a:t>
            </a:r>
            <a:r>
              <a:rPr kumimoji="0" lang="en-US" altLang="es-CL" b="0" i="0" u="none" strike="noStrike" cap="none" normalizeH="0" baseline="0" dirty="0" err="1">
                <a:ln>
                  <a:noFill/>
                </a:ln>
                <a:effectLst/>
              </a:rPr>
              <a:t>noviembre</a:t>
            </a:r>
            <a:r>
              <a:rPr kumimoji="0" lang="en-US" altLang="es-CL" b="0" i="0" u="none" strike="noStrike" cap="none" normalizeH="0" baseline="0" dirty="0">
                <a:ln>
                  <a:noFill/>
                </a:ln>
                <a:effectLst/>
              </a:rPr>
              <a:t> de 2025</a:t>
            </a:r>
          </a:p>
          <a:p>
            <a:pPr marL="0" marR="0" lvl="0" indent="-228600" algn="l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s-CL" b="0" i="0" u="none" strike="noStrike" cap="none" normalizeH="0" baseline="0" dirty="0" err="1">
                <a:ln>
                  <a:noFill/>
                </a:ln>
                <a:effectLst/>
              </a:rPr>
              <a:t>Integrantes</a:t>
            </a:r>
            <a:r>
              <a:rPr kumimoji="0" lang="en-US" altLang="es-CL" b="0" i="0" u="none" strike="noStrike" cap="none" normalizeH="0" baseline="0" dirty="0">
                <a:ln>
                  <a:noFill/>
                </a:ln>
                <a:effectLst/>
              </a:rPr>
              <a:t>:</a:t>
            </a:r>
          </a:p>
          <a:p>
            <a:pPr marL="0" marR="0" lvl="0" indent="-228600" algn="l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s-CL" b="0" i="0" u="none" strike="noStrike" cap="none" normalizeH="0" baseline="0" dirty="0">
                <a:ln>
                  <a:noFill/>
                </a:ln>
                <a:effectLst/>
              </a:rPr>
              <a:t>Nikolas Lagos </a:t>
            </a:r>
          </a:p>
          <a:p>
            <a:pPr marL="0" marR="0" lvl="0" indent="-228600" algn="l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s-CL" b="0" i="0" u="none" strike="noStrike" cap="none" normalizeH="0" baseline="0" dirty="0">
                <a:ln>
                  <a:noFill/>
                </a:ln>
                <a:effectLst/>
              </a:rPr>
              <a:t>Franko Moraga </a:t>
            </a:r>
          </a:p>
          <a:p>
            <a:pPr marL="0" marR="0" lvl="0" indent="-228600" algn="l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s-CL" b="0" i="0" u="none" strike="noStrike" cap="none" normalizeH="0" baseline="0" dirty="0">
                <a:ln>
                  <a:noFill/>
                </a:ln>
                <a:effectLst/>
              </a:rPr>
              <a:t>Miguel Espinoza</a:t>
            </a:r>
          </a:p>
          <a:p>
            <a:pPr lvl="0" indent="-228600" algn="l" fontAlgn="base"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es-CL" dirty="0"/>
              <a:t>Dante Chávez</a:t>
            </a:r>
            <a:endParaRPr kumimoji="0" lang="en-US" altLang="es-CL" b="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6273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ACA6F80-D392-A64E-3CF8-F28F1CCEE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E5D98E-45A8-9C04-9392-26DF52338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9" y="548640"/>
            <a:ext cx="4779572" cy="2067705"/>
          </a:xfrm>
        </p:spPr>
        <p:txBody>
          <a:bodyPr anchor="t">
            <a:normAutofit/>
          </a:bodyPr>
          <a:lstStyle/>
          <a:p>
            <a:r>
              <a:rPr lang="es-CL" dirty="0"/>
              <a:t>Introducción</a:t>
            </a:r>
          </a:p>
        </p:txBody>
      </p:sp>
      <p:pic>
        <p:nvPicPr>
          <p:cNvPr id="8" name="Graphic 7" descr="Social Network">
            <a:extLst>
              <a:ext uri="{FF2B5EF4-FFF2-40B4-BE49-F238E27FC236}">
                <a16:creationId xmlns:a16="http://schemas.microsoft.com/office/drawing/2014/main" id="{DC9452D4-E0B6-6737-5393-89512871B0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07598" y="-234279"/>
            <a:ext cx="2347559" cy="2347559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4163AE12-FBB8-A78F-747F-14604E99ED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4680" y="1158240"/>
            <a:ext cx="10962642" cy="51511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Una </a:t>
            </a:r>
            <a:r>
              <a:rPr kumimoji="0" lang="es-CL" altLang="es-CL" sz="1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red</a:t>
            </a:r>
            <a:r>
              <a:rPr kumimoji="0" lang="es-CL" altLang="es-CL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es un conjunto de elementos (llamados </a:t>
            </a:r>
            <a:r>
              <a:rPr kumimoji="0" lang="es-CL" altLang="es-CL" sz="1400" b="0" i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nodos</a:t>
            </a:r>
            <a:r>
              <a:rPr kumimoji="0" lang="es-CL" altLang="es-CL" sz="1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 conectados entre sí mediante relaciones o enlaces.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s-CL" altLang="es-CL" sz="1400" dirty="0">
              <a:latin typeface="Arial" panose="020B0604020202020204" pitchFamily="34" charset="0"/>
            </a:endParaRPr>
          </a:p>
          <a:p>
            <a:pPr>
              <a:lnSpc>
                <a:spcPct val="110000"/>
              </a:lnSpc>
            </a:pPr>
            <a:r>
              <a:rPr lang="es-ES" sz="1400" b="1" dirty="0"/>
              <a:t>Contexto:</a:t>
            </a:r>
          </a:p>
          <a:p>
            <a:pPr>
              <a:lnSpc>
                <a:spcPct val="110000"/>
              </a:lnSpc>
            </a:pPr>
            <a:r>
              <a:rPr lang="es-ES" sz="1400" dirty="0"/>
              <a:t>En ciencia de datos, estudiar redes permite </a:t>
            </a:r>
            <a:r>
              <a:rPr lang="es-ES" sz="1400" b="1" dirty="0"/>
              <a:t>entender la estructura oculta</a:t>
            </a:r>
            <a:r>
              <a:rPr lang="es-ES" sz="1400" dirty="0"/>
              <a:t> detrás de grandes volúmenes de información.</a:t>
            </a:r>
          </a:p>
          <a:p>
            <a:pPr>
              <a:lnSpc>
                <a:spcPct val="110000"/>
              </a:lnSpc>
            </a:pPr>
            <a:r>
              <a:rPr lang="es-ES" sz="1400" dirty="0"/>
              <a:t>Cada conexión revela una relación importante: colaboración, comunicación, influencia, etc.</a:t>
            </a:r>
          </a:p>
          <a:p>
            <a:pPr>
              <a:lnSpc>
                <a:spcPct val="110000"/>
              </a:lnSpc>
            </a:pPr>
            <a:r>
              <a:rPr lang="es-ES" sz="1400" dirty="0"/>
              <a:t>Las </a:t>
            </a:r>
            <a:r>
              <a:rPr lang="es-ES" sz="1400" b="1" dirty="0"/>
              <a:t>comunidades</a:t>
            </a:r>
            <a:r>
              <a:rPr lang="es-ES" sz="1400" dirty="0"/>
              <a:t> dentro de una red son grupos de nodos que están más conectados entre sí que con el resto.</a:t>
            </a:r>
          </a:p>
          <a:p>
            <a:pPr>
              <a:lnSpc>
                <a:spcPct val="110000"/>
              </a:lnSpc>
            </a:pPr>
            <a:r>
              <a:rPr lang="es-ES" sz="1400" b="1" dirty="0"/>
              <a:t>Motivación:</a:t>
            </a:r>
          </a:p>
          <a:p>
            <a:pPr>
              <a:lnSpc>
                <a:spcPct val="110000"/>
              </a:lnSpc>
            </a:pPr>
            <a:r>
              <a:rPr lang="es-ES" sz="1400" dirty="0"/>
              <a:t>Detectar comunidades permite:</a:t>
            </a:r>
          </a:p>
          <a:p>
            <a:pPr lvl="1">
              <a:lnSpc>
                <a:spcPct val="110000"/>
              </a:lnSpc>
            </a:pPr>
            <a:r>
              <a:rPr lang="es-ES" sz="1400" dirty="0"/>
              <a:t>Encontrar </a:t>
            </a:r>
            <a:r>
              <a:rPr lang="es-ES" sz="1400" b="1" dirty="0"/>
              <a:t>grupos naturales</a:t>
            </a:r>
            <a:r>
              <a:rPr lang="es-ES" sz="1400" dirty="0"/>
              <a:t> dentro de un sistema (por ejemplo, intereses comunes o temas relacionados).</a:t>
            </a:r>
          </a:p>
          <a:p>
            <a:pPr lvl="1">
              <a:lnSpc>
                <a:spcPct val="110000"/>
              </a:lnSpc>
            </a:pPr>
            <a:r>
              <a:rPr lang="es-ES" sz="1400" dirty="0"/>
              <a:t>Comprender cómo se organiza la información o los actores en una red.</a:t>
            </a:r>
          </a:p>
          <a:p>
            <a:pPr lvl="1">
              <a:lnSpc>
                <a:spcPct val="110000"/>
              </a:lnSpc>
            </a:pPr>
            <a:r>
              <a:rPr lang="es-ES" sz="1400" dirty="0"/>
              <a:t>Aplicar esto en áreas como biología, sociología o informática.</a:t>
            </a:r>
          </a:p>
          <a:p>
            <a:pPr>
              <a:lnSpc>
                <a:spcPct val="110000"/>
              </a:lnSpc>
            </a:pPr>
            <a:r>
              <a:rPr lang="es-ES" sz="1400" b="1" dirty="0"/>
              <a:t>Objetivos:</a:t>
            </a:r>
          </a:p>
          <a:p>
            <a:pPr>
              <a:lnSpc>
                <a:spcPct val="110000"/>
              </a:lnSpc>
            </a:pPr>
            <a:r>
              <a:rPr lang="es-ES" sz="1400" dirty="0"/>
              <a:t>Comprender el concepto de red y comunidad.</a:t>
            </a:r>
          </a:p>
          <a:p>
            <a:pPr>
              <a:lnSpc>
                <a:spcPct val="110000"/>
              </a:lnSpc>
            </a:pPr>
            <a:r>
              <a:rPr lang="es-ES" sz="1400" dirty="0"/>
              <a:t>Aplicar algoritmos que detectan comunidades en redes complejas.</a:t>
            </a:r>
          </a:p>
          <a:p>
            <a:pPr>
              <a:lnSpc>
                <a:spcPct val="110000"/>
              </a:lnSpc>
            </a:pPr>
            <a:r>
              <a:rPr lang="es-ES" sz="1400" dirty="0"/>
              <a:t>Evaluar la </a:t>
            </a:r>
            <a:r>
              <a:rPr lang="es-ES" sz="1400" b="1" dirty="0"/>
              <a:t>cohesión y estabilidad</a:t>
            </a:r>
            <a:r>
              <a:rPr lang="es-ES" sz="1400" dirty="0"/>
              <a:t> de esas comunidades para entender la estructura del sistema.</a:t>
            </a:r>
          </a:p>
          <a:p>
            <a:pPr lvl="1">
              <a:lnSpc>
                <a:spcPct val="110000"/>
              </a:lnSpc>
            </a:pPr>
            <a:endParaRPr lang="es-ES" sz="1100" dirty="0"/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CL" altLang="es-CL" sz="11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L" altLang="es-CL" sz="11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1452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ACA6F80-D392-A64E-3CF8-F28F1CCEE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4EA09C7-E3C1-6568-5E31-081B55229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48641"/>
            <a:ext cx="10835641" cy="579120"/>
          </a:xfrm>
        </p:spPr>
        <p:txBody>
          <a:bodyPr anchor="t">
            <a:normAutofit fontScale="90000"/>
          </a:bodyPr>
          <a:lstStyle/>
          <a:p>
            <a:r>
              <a:rPr lang="es-CL" dirty="0"/>
              <a:t>Ejemplos, planteamiento y solución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6B7235-2C05-885F-A613-FFCF54333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4678" y="1893911"/>
            <a:ext cx="5402663" cy="4655903"/>
          </a:xfrm>
        </p:spPr>
        <p:txBody>
          <a:bodyPr anchor="t">
            <a:normAutofit fontScale="55000" lnSpcReduction="20000"/>
          </a:bodyPr>
          <a:lstStyle/>
          <a:p>
            <a:r>
              <a:rPr lang="es-ES" sz="2900" b="1" dirty="0"/>
              <a:t>Planteamiento:</a:t>
            </a:r>
            <a:br>
              <a:rPr lang="es-ES" sz="2900" dirty="0"/>
            </a:br>
            <a:r>
              <a:rPr lang="es-ES" sz="2900" dirty="0"/>
              <a:t>En biología, los genes y proteínas interactúan formando redes complejas.</a:t>
            </a:r>
            <a:br>
              <a:rPr lang="es-ES" sz="2900" dirty="0"/>
            </a:br>
            <a:r>
              <a:rPr lang="es-ES" sz="2900" dirty="0"/>
              <a:t>Identificar comunidades dentro de estas redes permite descubrir </a:t>
            </a:r>
            <a:r>
              <a:rPr lang="es-ES" sz="2900" b="1" dirty="0"/>
              <a:t>módulos funcionales</a:t>
            </a:r>
            <a:r>
              <a:rPr lang="es-ES" sz="2900" dirty="0"/>
              <a:t>, es decir, </a:t>
            </a:r>
            <a:r>
              <a:rPr lang="es-ES" sz="2900" b="1" dirty="0"/>
              <a:t>grupos de genes que cooperan en un mismo proceso.</a:t>
            </a:r>
            <a:br>
              <a:rPr lang="es-ES" sz="2900" b="1" dirty="0"/>
            </a:br>
            <a:r>
              <a:rPr lang="es-ES" sz="2900" dirty="0"/>
              <a:t>El problema es que estas relaciones no se pueden observar directamente por su gran número y complejidad.</a:t>
            </a:r>
          </a:p>
          <a:p>
            <a:r>
              <a:rPr lang="es-ES" sz="2900" b="1" dirty="0"/>
              <a:t>Solución:</a:t>
            </a:r>
            <a:br>
              <a:rPr lang="es-ES" sz="2900" dirty="0"/>
            </a:br>
            <a:r>
              <a:rPr lang="es-ES" sz="2900" dirty="0"/>
              <a:t>Aplicando algoritmos de detección de comunidades, se agrupan los genes según su nivel de conexión.</a:t>
            </a:r>
            <a:br>
              <a:rPr lang="es-ES" sz="2900" dirty="0"/>
            </a:br>
            <a:r>
              <a:rPr lang="es-ES" sz="2900" dirty="0"/>
              <a:t>Esto permite identificar funciones biológicas compartidas, predecir comportamientos y </a:t>
            </a:r>
            <a:r>
              <a:rPr lang="es-ES" sz="2900" b="1" dirty="0"/>
              <a:t>comprender mejor </a:t>
            </a:r>
            <a:r>
              <a:rPr lang="es-ES" sz="2900" dirty="0"/>
              <a:t>enfermedades o procesos celulares.</a:t>
            </a:r>
          </a:p>
          <a:p>
            <a:pPr>
              <a:lnSpc>
                <a:spcPct val="110000"/>
              </a:lnSpc>
            </a:pPr>
            <a:endParaRPr lang="es-CL" sz="15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799049C-162B-E164-AFF1-B3EB5A88C334}"/>
              </a:ext>
            </a:extLst>
          </p:cNvPr>
          <p:cNvSpPr txBox="1"/>
          <p:nvPr/>
        </p:nvSpPr>
        <p:spPr>
          <a:xfrm>
            <a:off x="6017342" y="1869222"/>
            <a:ext cx="5975152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b="1" dirty="0"/>
              <a:t>Planteamiento:</a:t>
            </a:r>
            <a:br>
              <a:rPr lang="es-ES" sz="1600" dirty="0"/>
            </a:br>
            <a:r>
              <a:rPr lang="es-ES" sz="1600" dirty="0"/>
              <a:t>En una red de información como Wikipedia, cada nodo representa un artículo y los enlaces muestran referencias entre temas.</a:t>
            </a:r>
            <a:br>
              <a:rPr lang="es-ES" sz="1600" dirty="0"/>
            </a:br>
            <a:r>
              <a:rPr lang="es-ES" sz="1600" dirty="0"/>
              <a:t>El desafío es </a:t>
            </a:r>
            <a:r>
              <a:rPr lang="es-ES" sz="1600" b="1" dirty="0"/>
              <a:t>entender cómo se agrupan los contenidos</a:t>
            </a:r>
            <a:r>
              <a:rPr lang="es-ES" sz="1600" dirty="0"/>
              <a:t> y cómo ciertos artículos conectan áreas distintas del conocimiento.</a:t>
            </a:r>
          </a:p>
          <a:p>
            <a:endParaRPr lang="es-ES" sz="1600" dirty="0"/>
          </a:p>
          <a:p>
            <a:r>
              <a:rPr lang="es-ES" sz="1600" b="1" dirty="0"/>
              <a:t>Solución:</a:t>
            </a:r>
            <a:br>
              <a:rPr lang="es-ES" sz="1600" dirty="0"/>
            </a:br>
            <a:r>
              <a:rPr lang="es-ES" sz="1600" dirty="0"/>
              <a:t>Usando técnicas de detección de comunidades, se identifican grupos de artículos relacionados (por ejemplo, ciencia, historia o arte).</a:t>
            </a:r>
            <a:br>
              <a:rPr lang="es-ES" sz="1600" dirty="0"/>
            </a:br>
            <a:r>
              <a:rPr lang="es-ES" sz="1600" dirty="0"/>
              <a:t>Esto permite visualizar la </a:t>
            </a:r>
            <a:r>
              <a:rPr lang="es-ES" sz="1600" b="1" dirty="0"/>
              <a:t>estructura temática</a:t>
            </a:r>
            <a:r>
              <a:rPr lang="es-ES" sz="1600" dirty="0"/>
              <a:t> de la enciclopedia y entender cómo se organiza el conocimiento.</a:t>
            </a:r>
          </a:p>
          <a:p>
            <a:endParaRPr lang="es-CL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A5B6BBC-2690-64CD-F72F-D81BEA2C5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1019" y="263993"/>
            <a:ext cx="1629918" cy="1629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429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ACA6F80-D392-A64E-3CF8-F28F1CCEE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AC436BC-7D3E-3602-26AE-8CFE4A375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322499"/>
            <a:ext cx="5105401" cy="873760"/>
          </a:xfrm>
        </p:spPr>
        <p:txBody>
          <a:bodyPr anchor="t">
            <a:normAutofit/>
          </a:bodyPr>
          <a:lstStyle/>
          <a:p>
            <a:r>
              <a:rPr lang="es-CL" dirty="0"/>
              <a:t>Modelos y algoritmos</a:t>
            </a:r>
          </a:p>
        </p:txBody>
      </p:sp>
      <p:pic>
        <p:nvPicPr>
          <p:cNvPr id="7" name="Graphic 6" descr="Network Diagram">
            <a:extLst>
              <a:ext uri="{FF2B5EF4-FFF2-40B4-BE49-F238E27FC236}">
                <a16:creationId xmlns:a16="http://schemas.microsoft.com/office/drawing/2014/main" id="{B8E358F7-CB98-64A1-1194-8557CD476F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67515" y="-203799"/>
            <a:ext cx="2327239" cy="2327239"/>
          </a:xfrm>
          <a:prstGeom prst="rect">
            <a:avLst/>
          </a:pr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6107F9-773C-0C9F-8E37-B20E5AB45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4678" y="1117599"/>
            <a:ext cx="5684522" cy="5568335"/>
          </a:xfrm>
        </p:spPr>
        <p:txBody>
          <a:bodyPr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s-ES" sz="1100" b="1" dirty="0"/>
              <a:t>1. </a:t>
            </a:r>
            <a:r>
              <a:rPr lang="es-ES" sz="1100" b="1" dirty="0" err="1"/>
              <a:t>Louvain</a:t>
            </a:r>
            <a:r>
              <a:rPr lang="es-ES" sz="1100" b="1" dirty="0"/>
              <a:t> (optimización de modularidad)</a:t>
            </a:r>
            <a:endParaRPr lang="es-ES" sz="1100" dirty="0"/>
          </a:p>
          <a:p>
            <a:pPr>
              <a:lnSpc>
                <a:spcPct val="110000"/>
              </a:lnSpc>
            </a:pPr>
            <a:r>
              <a:rPr lang="es-ES" sz="1100" b="1" dirty="0"/>
              <a:t>Divide la red en comunidades maximizando una métrica llamada </a:t>
            </a:r>
            <a:r>
              <a:rPr lang="es-ES" sz="1100" b="1" i="1" dirty="0"/>
              <a:t>modularidad</a:t>
            </a:r>
            <a:r>
              <a:rPr lang="es-ES" sz="1100" b="1" dirty="0"/>
              <a:t>, que mide qué tan bien conectados están los nodos dentro de un grupo.</a:t>
            </a:r>
          </a:p>
          <a:p>
            <a:pPr>
              <a:lnSpc>
                <a:spcPct val="110000"/>
              </a:lnSpc>
            </a:pPr>
            <a:r>
              <a:rPr lang="es-ES" sz="1100" dirty="0"/>
              <a:t>Es eficiente y escalable, ideal para redes grandes.</a:t>
            </a:r>
          </a:p>
          <a:p>
            <a:pPr>
              <a:lnSpc>
                <a:spcPct val="110000"/>
              </a:lnSpc>
            </a:pPr>
            <a:r>
              <a:rPr lang="es-ES" sz="1100" dirty="0"/>
              <a:t>Supuesto: las comunidades se definen por una alta densidad de conexiones internas.</a:t>
            </a:r>
            <a:br>
              <a:rPr lang="es-ES" sz="1100" dirty="0"/>
            </a:br>
            <a:endParaRPr lang="es-ES" sz="1100" dirty="0"/>
          </a:p>
          <a:p>
            <a:pPr>
              <a:lnSpc>
                <a:spcPct val="110000"/>
              </a:lnSpc>
            </a:pPr>
            <a:r>
              <a:rPr lang="es-ES" sz="1100" b="1" dirty="0"/>
              <a:t>2. </a:t>
            </a:r>
            <a:r>
              <a:rPr lang="es-ES" sz="1100" b="1" dirty="0" err="1"/>
              <a:t>Label</a:t>
            </a:r>
            <a:r>
              <a:rPr lang="es-ES" sz="1100" b="1" dirty="0"/>
              <a:t> </a:t>
            </a:r>
            <a:r>
              <a:rPr lang="es-ES" sz="1100" b="1" dirty="0" err="1"/>
              <a:t>Propagation</a:t>
            </a:r>
            <a:r>
              <a:rPr lang="es-ES" sz="1100" b="1" dirty="0"/>
              <a:t> (propagación de etiquetas)</a:t>
            </a:r>
            <a:endParaRPr lang="es-ES" sz="1100" dirty="0"/>
          </a:p>
          <a:p>
            <a:pPr>
              <a:lnSpc>
                <a:spcPct val="110000"/>
              </a:lnSpc>
            </a:pPr>
            <a:r>
              <a:rPr lang="es-ES" sz="1100" dirty="0"/>
              <a:t>Cada nodo empieza con una etiqueta única.</a:t>
            </a:r>
          </a:p>
          <a:p>
            <a:pPr>
              <a:lnSpc>
                <a:spcPct val="110000"/>
              </a:lnSpc>
            </a:pPr>
            <a:r>
              <a:rPr lang="es-ES" sz="1100" dirty="0"/>
              <a:t>En cada iteración, adopta la etiqueta más común entre sus vecinos.</a:t>
            </a:r>
          </a:p>
          <a:p>
            <a:pPr>
              <a:lnSpc>
                <a:spcPct val="110000"/>
              </a:lnSpc>
            </a:pPr>
            <a:r>
              <a:rPr lang="es-ES" sz="1100" b="1" dirty="0"/>
              <a:t>Con el tiempo, los nodos cercanos comparten la misma etiqueta → forman comunidades.</a:t>
            </a:r>
          </a:p>
          <a:p>
            <a:pPr>
              <a:lnSpc>
                <a:spcPct val="110000"/>
              </a:lnSpc>
            </a:pPr>
            <a:r>
              <a:rPr lang="es-ES" sz="1100" dirty="0"/>
              <a:t>Supuesto: la influencia local define la estructura global de la red.</a:t>
            </a:r>
            <a:br>
              <a:rPr lang="es-ES" sz="1100" dirty="0"/>
            </a:br>
            <a:endParaRPr lang="es-ES" sz="1100" dirty="0"/>
          </a:p>
          <a:p>
            <a:pPr>
              <a:lnSpc>
                <a:spcPct val="110000"/>
              </a:lnSpc>
            </a:pPr>
            <a:r>
              <a:rPr lang="es-ES" sz="1100" b="1" dirty="0"/>
              <a:t>3. </a:t>
            </a:r>
            <a:r>
              <a:rPr lang="es-ES" sz="1100" b="1" dirty="0" err="1"/>
              <a:t>Girvan</a:t>
            </a:r>
            <a:r>
              <a:rPr lang="es-ES" sz="1100" b="1" dirty="0"/>
              <a:t>–Newman (división jerárquica)</a:t>
            </a:r>
            <a:endParaRPr lang="es-ES" sz="1100" dirty="0"/>
          </a:p>
          <a:p>
            <a:pPr>
              <a:lnSpc>
                <a:spcPct val="110000"/>
              </a:lnSpc>
            </a:pPr>
            <a:r>
              <a:rPr lang="es-ES" sz="1100" b="1" dirty="0"/>
              <a:t>Elimina iterativamente las conexiones más “importantes” (de mayor intermediación).</a:t>
            </a:r>
          </a:p>
          <a:p>
            <a:pPr>
              <a:lnSpc>
                <a:spcPct val="110000"/>
              </a:lnSpc>
            </a:pPr>
            <a:r>
              <a:rPr lang="es-ES" sz="1100" dirty="0"/>
              <a:t>Al cortar esos enlaces, la red se separa en grupos.</a:t>
            </a:r>
          </a:p>
          <a:p>
            <a:pPr>
              <a:lnSpc>
                <a:spcPct val="110000"/>
              </a:lnSpc>
            </a:pPr>
            <a:r>
              <a:rPr lang="es-ES" sz="1100" dirty="0"/>
              <a:t>Ideal para redes pequeñas o para estudiar jerarquías.</a:t>
            </a:r>
          </a:p>
          <a:p>
            <a:pPr>
              <a:lnSpc>
                <a:spcPct val="110000"/>
              </a:lnSpc>
            </a:pPr>
            <a:r>
              <a:rPr lang="es-ES" sz="1100" dirty="0"/>
              <a:t>Supuesto: los enlaces con alta intermediación conectan comunidades distintas.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8BE287E-C490-A047-D0C3-B60BB21F50DC}"/>
              </a:ext>
            </a:extLst>
          </p:cNvPr>
          <p:cNvSpPr txBox="1"/>
          <p:nvPr/>
        </p:nvSpPr>
        <p:spPr>
          <a:xfrm>
            <a:off x="7002689" y="2123439"/>
            <a:ext cx="4314239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endParaRPr lang="es-ES" sz="1400" b="1" dirty="0"/>
          </a:p>
          <a:p>
            <a:pPr>
              <a:lnSpc>
                <a:spcPct val="110000"/>
              </a:lnSpc>
            </a:pPr>
            <a:r>
              <a:rPr lang="es-ES" sz="1400" b="1" dirty="0"/>
              <a:t>-</a:t>
            </a:r>
            <a:r>
              <a:rPr lang="es-ES" sz="1400" dirty="0"/>
              <a:t>Los tres métodos permiten </a:t>
            </a:r>
            <a:r>
              <a:rPr lang="es-ES" sz="1400" b="1" dirty="0"/>
              <a:t>comparar eficiencia y calidad de detección</a:t>
            </a:r>
            <a:r>
              <a:rPr lang="es-ES" sz="1400" dirty="0"/>
              <a:t>.</a:t>
            </a:r>
          </a:p>
          <a:p>
            <a:pPr>
              <a:lnSpc>
                <a:spcPct val="110000"/>
              </a:lnSpc>
            </a:pPr>
            <a:endParaRPr lang="es-ES" sz="1400" dirty="0"/>
          </a:p>
          <a:p>
            <a:pPr>
              <a:lnSpc>
                <a:spcPct val="110000"/>
              </a:lnSpc>
            </a:pPr>
            <a:r>
              <a:rPr lang="es-ES" sz="1400" dirty="0"/>
              <a:t>-</a:t>
            </a:r>
            <a:r>
              <a:rPr lang="es-ES" sz="1400" dirty="0" err="1"/>
              <a:t>Louvain</a:t>
            </a:r>
            <a:r>
              <a:rPr lang="es-ES" sz="1400" dirty="0"/>
              <a:t> logra un equilibrio entre precisión y velocidad.</a:t>
            </a:r>
          </a:p>
          <a:p>
            <a:pPr>
              <a:lnSpc>
                <a:spcPct val="110000"/>
              </a:lnSpc>
            </a:pPr>
            <a:r>
              <a:rPr lang="es-ES" sz="1400" dirty="0"/>
              <a:t>-</a:t>
            </a:r>
            <a:r>
              <a:rPr lang="es-ES" sz="1400" dirty="0" err="1"/>
              <a:t>Label</a:t>
            </a:r>
            <a:r>
              <a:rPr lang="es-ES" sz="1400" dirty="0"/>
              <a:t> </a:t>
            </a:r>
            <a:r>
              <a:rPr lang="es-ES" sz="1400" dirty="0" err="1"/>
              <a:t>Propagation</a:t>
            </a:r>
            <a:r>
              <a:rPr lang="es-ES" sz="1400" dirty="0"/>
              <a:t> es rápido, pero puede variar entre ejecuciones.</a:t>
            </a:r>
          </a:p>
          <a:p>
            <a:pPr>
              <a:lnSpc>
                <a:spcPct val="110000"/>
              </a:lnSpc>
            </a:pPr>
            <a:r>
              <a:rPr lang="es-ES" sz="1400" dirty="0"/>
              <a:t>-</a:t>
            </a:r>
            <a:r>
              <a:rPr lang="es-ES" sz="1400" dirty="0" err="1"/>
              <a:t>Girvan</a:t>
            </a:r>
            <a:r>
              <a:rPr lang="es-ES" sz="1400" dirty="0"/>
              <a:t>–Newman aporta una visión jerárquica más interpretativa.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873678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9">
            <a:extLst>
              <a:ext uri="{FF2B5EF4-FFF2-40B4-BE49-F238E27FC236}">
                <a16:creationId xmlns:a16="http://schemas.microsoft.com/office/drawing/2014/main" id="{6ACA6F80-D392-A64E-3CF8-F28F1CCEE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EC7D14-78A2-1887-7436-1FE8B6CB3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9" y="548640"/>
            <a:ext cx="4779572" cy="2067705"/>
          </a:xfrm>
        </p:spPr>
        <p:txBody>
          <a:bodyPr anchor="t">
            <a:normAutofit/>
          </a:bodyPr>
          <a:lstStyle/>
          <a:p>
            <a:r>
              <a:rPr lang="es-CL" dirty="0"/>
              <a:t>Métricas y medidas estructurales</a:t>
            </a:r>
          </a:p>
        </p:txBody>
      </p:sp>
      <p:pic>
        <p:nvPicPr>
          <p:cNvPr id="13" name="Graphic 6" descr="Estadísticas">
            <a:extLst>
              <a:ext uri="{FF2B5EF4-FFF2-40B4-BE49-F238E27FC236}">
                <a16:creationId xmlns:a16="http://schemas.microsoft.com/office/drawing/2014/main" id="{745FE74A-3E94-569E-8030-557C5B32E9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2976281"/>
            <a:ext cx="3333077" cy="3333077"/>
          </a:xfrm>
          <a:prstGeom prst="rect">
            <a:avLst/>
          </a:pr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DAE8358-A19C-8DE2-A0E9-DEBAF475E4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0551" y="548638"/>
            <a:ext cx="5546770" cy="5760721"/>
          </a:xfrm>
        </p:spPr>
        <p:txBody>
          <a:bodyPr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s-ES" sz="1400" b="1" dirty="0"/>
              <a:t>Métricas estructurales</a:t>
            </a:r>
          </a:p>
          <a:p>
            <a:pPr>
              <a:lnSpc>
                <a:spcPct val="110000"/>
              </a:lnSpc>
            </a:pPr>
            <a:r>
              <a:rPr lang="es-ES" sz="1400" b="1" dirty="0"/>
              <a:t>Grado:</a:t>
            </a:r>
            <a:r>
              <a:rPr lang="es-ES" sz="1400" dirty="0"/>
              <a:t> número de conexiones por nodo → identifica los </a:t>
            </a:r>
            <a:r>
              <a:rPr lang="es-ES" sz="1400" i="1" dirty="0" err="1"/>
              <a:t>hubs</a:t>
            </a:r>
            <a:r>
              <a:rPr lang="es-ES" sz="1400" dirty="0"/>
              <a:t>.</a:t>
            </a:r>
          </a:p>
          <a:p>
            <a:pPr>
              <a:lnSpc>
                <a:spcPct val="110000"/>
              </a:lnSpc>
            </a:pPr>
            <a:r>
              <a:rPr lang="es-ES" sz="1400" b="1" dirty="0"/>
              <a:t>Densidad:</a:t>
            </a:r>
            <a:r>
              <a:rPr lang="es-ES" sz="1400" dirty="0"/>
              <a:t> mide cuán conectada está la red en general.</a:t>
            </a:r>
          </a:p>
          <a:p>
            <a:pPr>
              <a:lnSpc>
                <a:spcPct val="110000"/>
              </a:lnSpc>
            </a:pPr>
            <a:r>
              <a:rPr lang="es-ES" sz="1400" b="1" dirty="0" err="1"/>
              <a:t>Clustering</a:t>
            </a:r>
            <a:r>
              <a:rPr lang="es-ES" sz="1400" b="1" dirty="0"/>
              <a:t>:</a:t>
            </a:r>
            <a:r>
              <a:rPr lang="es-ES" sz="1400" dirty="0"/>
              <a:t> muestra si los nodos forman grupos cerrados o triángulos.</a:t>
            </a:r>
          </a:p>
          <a:p>
            <a:pPr>
              <a:lnSpc>
                <a:spcPct val="110000"/>
              </a:lnSpc>
            </a:pPr>
            <a:r>
              <a:rPr lang="es-ES" sz="1400" b="1" dirty="0"/>
              <a:t>Centralidad:</a:t>
            </a:r>
            <a:r>
              <a:rPr lang="es-ES" sz="1400" dirty="0"/>
              <a:t> revela los nodos más importantes o influyentes.</a:t>
            </a:r>
            <a:br>
              <a:rPr lang="es-ES" sz="1400" dirty="0"/>
            </a:br>
            <a:endParaRPr lang="es-ES" sz="1400" dirty="0"/>
          </a:p>
          <a:p>
            <a:pPr>
              <a:lnSpc>
                <a:spcPct val="110000"/>
              </a:lnSpc>
            </a:pPr>
            <a:r>
              <a:rPr lang="es-ES" sz="1400" b="1" dirty="0"/>
              <a:t>Evaluación de comunidades</a:t>
            </a:r>
          </a:p>
          <a:p>
            <a:pPr>
              <a:lnSpc>
                <a:spcPct val="110000"/>
              </a:lnSpc>
            </a:pPr>
            <a:r>
              <a:rPr lang="es-ES" sz="1400" b="1" dirty="0"/>
              <a:t>Modularidad:</a:t>
            </a:r>
            <a:r>
              <a:rPr lang="es-ES" sz="1400" dirty="0"/>
              <a:t> indica qué tan bien separadas están las comunidades.</a:t>
            </a:r>
          </a:p>
          <a:p>
            <a:pPr>
              <a:lnSpc>
                <a:spcPct val="110000"/>
              </a:lnSpc>
            </a:pPr>
            <a:r>
              <a:rPr lang="es-ES" sz="1400" b="1" dirty="0"/>
              <a:t>Conductancia:</a:t>
            </a:r>
            <a:r>
              <a:rPr lang="es-ES" sz="1400" dirty="0"/>
              <a:t> mide cuántos enlaces salen de una comunidad.</a:t>
            </a:r>
          </a:p>
          <a:p>
            <a:pPr>
              <a:lnSpc>
                <a:spcPct val="110000"/>
              </a:lnSpc>
            </a:pPr>
            <a:r>
              <a:rPr lang="es-ES" sz="1400" b="1" dirty="0"/>
              <a:t>NMI:</a:t>
            </a:r>
            <a:r>
              <a:rPr lang="es-ES" sz="1400" dirty="0"/>
              <a:t> compara la estabilidad entre particiones o momentos.</a:t>
            </a:r>
            <a:br>
              <a:rPr lang="es-ES" sz="1400" dirty="0"/>
            </a:br>
            <a:endParaRPr lang="es-ES" sz="1400" dirty="0"/>
          </a:p>
          <a:p>
            <a:pPr>
              <a:lnSpc>
                <a:spcPct val="110000"/>
              </a:lnSpc>
            </a:pPr>
            <a:r>
              <a:rPr lang="es-ES" sz="1400" dirty="0"/>
              <a:t>-Estas métricas permiten entender la </a:t>
            </a:r>
            <a:r>
              <a:rPr lang="es-ES" sz="1400" b="1" dirty="0"/>
              <a:t>organización interna</a:t>
            </a:r>
            <a:r>
              <a:rPr lang="es-ES" sz="1400" dirty="0"/>
              <a:t> de la red y verificar si las comunidades son </a:t>
            </a:r>
            <a:r>
              <a:rPr lang="es-ES" sz="1400" b="1" dirty="0"/>
              <a:t>cohesivas y estables</a:t>
            </a:r>
            <a:r>
              <a:rPr lang="es-ES" sz="1400" dirty="0"/>
              <a:t>.</a:t>
            </a:r>
          </a:p>
          <a:p>
            <a:pPr>
              <a:lnSpc>
                <a:spcPct val="110000"/>
              </a:lnSpc>
            </a:pPr>
            <a:endParaRPr lang="es-CL" sz="1300" dirty="0"/>
          </a:p>
        </p:txBody>
      </p:sp>
    </p:spTree>
    <p:extLst>
      <p:ext uri="{BB962C8B-B14F-4D97-AF65-F5344CB8AC3E}">
        <p14:creationId xmlns:p14="http://schemas.microsoft.com/office/powerpoint/2010/main" val="17604804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B50C04-A239-9B3F-9CDA-E2826B0E5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Análisis, visualización e interpretación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DA316D3-BC02-3B7D-83A3-4D28C2B9C1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5640669" cy="4593828"/>
          </a:xfrm>
        </p:spPr>
        <p:txBody>
          <a:bodyPr>
            <a:normAutofit fontScale="70000" lnSpcReduction="20000"/>
          </a:bodyPr>
          <a:lstStyle/>
          <a:p>
            <a:r>
              <a:rPr lang="es-ES" b="1" dirty="0"/>
              <a:t>Análisis de resultados</a:t>
            </a:r>
          </a:p>
          <a:p>
            <a:r>
              <a:rPr lang="es-ES" dirty="0"/>
              <a:t>El algoritmo </a:t>
            </a:r>
            <a:r>
              <a:rPr lang="es-ES" b="1" dirty="0" err="1"/>
              <a:t>Louvain</a:t>
            </a:r>
            <a:r>
              <a:rPr lang="es-ES" dirty="0"/>
              <a:t> detectó más de </a:t>
            </a:r>
            <a:r>
              <a:rPr lang="es-ES" b="1" dirty="0"/>
              <a:t>11.000 comunidades</a:t>
            </a:r>
            <a:r>
              <a:rPr lang="es-ES" dirty="0"/>
              <a:t> con </a:t>
            </a:r>
            <a:r>
              <a:rPr lang="es-ES" b="1" dirty="0"/>
              <a:t>alta modularidad (≈0.50)</a:t>
            </a:r>
            <a:r>
              <a:rPr lang="es-ES" dirty="0"/>
              <a:t>.</a:t>
            </a:r>
          </a:p>
          <a:p>
            <a:r>
              <a:rPr lang="es-ES" dirty="0"/>
              <a:t>Se observan </a:t>
            </a:r>
            <a:r>
              <a:rPr lang="es-ES" b="1" dirty="0"/>
              <a:t>núcleos densos</a:t>
            </a:r>
            <a:r>
              <a:rPr lang="es-ES" dirty="0"/>
              <a:t> conectados por pocos nodos puente.</a:t>
            </a:r>
          </a:p>
          <a:p>
            <a:r>
              <a:rPr lang="es-ES" dirty="0"/>
              <a:t>Las métricas confirman una </a:t>
            </a:r>
            <a:r>
              <a:rPr lang="es-ES" b="1" dirty="0"/>
              <a:t>estructura modular fuerte</a:t>
            </a:r>
            <a:r>
              <a:rPr lang="es-ES" dirty="0"/>
              <a:t>, típica de redes de conocimiento.</a:t>
            </a:r>
            <a:br>
              <a:rPr lang="es-ES" dirty="0"/>
            </a:br>
            <a:endParaRPr lang="es-ES" dirty="0"/>
          </a:p>
          <a:p>
            <a:r>
              <a:rPr lang="es-ES" b="1" dirty="0"/>
              <a:t>Interpretación de resultados</a:t>
            </a:r>
          </a:p>
          <a:p>
            <a:r>
              <a:rPr lang="es-ES" dirty="0"/>
              <a:t>La red de Wikipedia muestra </a:t>
            </a:r>
            <a:r>
              <a:rPr lang="es-ES" b="1" dirty="0"/>
              <a:t>agrupaciones naturales de temas</a:t>
            </a:r>
            <a:r>
              <a:rPr lang="es-ES" dirty="0"/>
              <a:t>.</a:t>
            </a:r>
          </a:p>
          <a:p>
            <a:r>
              <a:rPr lang="es-ES" dirty="0"/>
              <a:t>Los </a:t>
            </a:r>
            <a:r>
              <a:rPr lang="es-ES" b="1" dirty="0" err="1"/>
              <a:t>hubs</a:t>
            </a:r>
            <a:r>
              <a:rPr lang="es-ES" dirty="0"/>
              <a:t> funcionan como conectores globales del conocimiento.</a:t>
            </a:r>
          </a:p>
          <a:p>
            <a:r>
              <a:rPr lang="es-ES" dirty="0"/>
              <a:t>Se evidencia una </a:t>
            </a:r>
            <a:r>
              <a:rPr lang="es-ES" b="1" dirty="0"/>
              <a:t>organización jerárquica y estable</a:t>
            </a:r>
            <a:r>
              <a:rPr lang="es-ES" dirty="0"/>
              <a:t> en la estructura del grafo.</a:t>
            </a:r>
          </a:p>
          <a:p>
            <a:endParaRPr lang="es-CL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ED62CA3-B371-6A4A-039B-0797D0FC62C4}"/>
              </a:ext>
            </a:extLst>
          </p:cNvPr>
          <p:cNvSpPr txBox="1"/>
          <p:nvPr/>
        </p:nvSpPr>
        <p:spPr>
          <a:xfrm>
            <a:off x="6348402" y="1857649"/>
            <a:ext cx="485883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b="1" dirty="0"/>
              <a:t>Visualización de resultados</a:t>
            </a:r>
          </a:p>
          <a:p>
            <a:r>
              <a:rPr lang="es-ES" sz="1600" dirty="0"/>
              <a:t>Cada color representa una comunidad temática.</a:t>
            </a:r>
          </a:p>
          <a:p>
            <a:r>
              <a:rPr lang="es-ES" sz="1600" dirty="0"/>
              <a:t>Los nodos centrales unen diferentes áreas; los periféricos son temas específicos.</a:t>
            </a:r>
          </a:p>
          <a:p>
            <a:endParaRPr lang="es-CL" dirty="0"/>
          </a:p>
        </p:txBody>
      </p:sp>
      <p:pic>
        <p:nvPicPr>
          <p:cNvPr id="6" name="Imagen 5" descr="Gráfico&#10;&#10;El contenido generado por IA puede ser incorrecto.">
            <a:extLst>
              <a:ext uri="{FF2B5EF4-FFF2-40B4-BE49-F238E27FC236}">
                <a16:creationId xmlns:a16="http://schemas.microsoft.com/office/drawing/2014/main" id="{AFA4DDD3-41FB-1617-5A6D-E4BC3371C8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402" y="3271684"/>
            <a:ext cx="4978026" cy="3138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8715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ACA6F80-D392-A64E-3CF8-F28F1CCEE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4FB5020-DA3F-2332-0BEF-5D1E5BC97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9" y="548640"/>
            <a:ext cx="4779572" cy="2067705"/>
          </a:xfrm>
        </p:spPr>
        <p:txBody>
          <a:bodyPr anchor="t">
            <a:normAutofit/>
          </a:bodyPr>
          <a:lstStyle/>
          <a:p>
            <a:r>
              <a:rPr lang="es-CL" dirty="0"/>
              <a:t>Conclusiones</a:t>
            </a:r>
          </a:p>
        </p:txBody>
      </p:sp>
      <p:pic>
        <p:nvPicPr>
          <p:cNvPr id="7" name="Graphic 6" descr="Huella digital">
            <a:extLst>
              <a:ext uri="{FF2B5EF4-FFF2-40B4-BE49-F238E27FC236}">
                <a16:creationId xmlns:a16="http://schemas.microsoft.com/office/drawing/2014/main" id="{369EEA88-61B2-5809-47A2-D692F5E00B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96400" y="-285079"/>
            <a:ext cx="3333077" cy="3333077"/>
          </a:xfrm>
          <a:prstGeom prst="rect">
            <a:avLst/>
          </a:pr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BA22860-0D0B-D3F9-5A99-06F8C371C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4678" y="1056640"/>
            <a:ext cx="11353801" cy="5252719"/>
          </a:xfrm>
        </p:spPr>
        <p:txBody>
          <a:bodyPr anchor="t">
            <a:normAutofit fontScale="85000" lnSpcReduction="20000"/>
          </a:bodyPr>
          <a:lstStyle/>
          <a:p>
            <a:pPr>
              <a:lnSpc>
                <a:spcPct val="110000"/>
              </a:lnSpc>
            </a:pPr>
            <a:r>
              <a:rPr lang="es-ES" sz="1400" b="1" dirty="0"/>
              <a:t>Éxitos conseguidos</a:t>
            </a:r>
          </a:p>
          <a:p>
            <a:pPr>
              <a:lnSpc>
                <a:spcPct val="110000"/>
              </a:lnSpc>
            </a:pPr>
            <a:r>
              <a:rPr lang="es-ES" sz="1400" dirty="0"/>
              <a:t>Se </a:t>
            </a:r>
            <a:r>
              <a:rPr lang="es-ES" sz="1400" b="1" dirty="0"/>
              <a:t>detectaron comunidades temáticas</a:t>
            </a:r>
            <a:r>
              <a:rPr lang="es-ES" sz="1400" dirty="0"/>
              <a:t> bien definidas dentro de Wikipedia.</a:t>
            </a:r>
          </a:p>
          <a:p>
            <a:pPr>
              <a:lnSpc>
                <a:spcPct val="110000"/>
              </a:lnSpc>
            </a:pPr>
            <a:r>
              <a:rPr lang="es-ES" sz="1400" dirty="0"/>
              <a:t>El algoritmo </a:t>
            </a:r>
            <a:r>
              <a:rPr lang="es-ES" sz="1400" b="1" dirty="0" err="1"/>
              <a:t>Louvain</a:t>
            </a:r>
            <a:r>
              <a:rPr lang="es-ES" sz="1400" dirty="0"/>
              <a:t> logró una </a:t>
            </a:r>
            <a:r>
              <a:rPr lang="es-ES" sz="1400" b="1" dirty="0"/>
              <a:t>modularidad alta (≈0.50)</a:t>
            </a:r>
            <a:r>
              <a:rPr lang="es-ES" sz="1400" dirty="0"/>
              <a:t>, evidenciando una estructura coherente.</a:t>
            </a:r>
          </a:p>
          <a:p>
            <a:pPr>
              <a:lnSpc>
                <a:spcPct val="110000"/>
              </a:lnSpc>
            </a:pPr>
            <a:r>
              <a:rPr lang="es-ES" sz="1400" dirty="0"/>
              <a:t>Se integraron </a:t>
            </a:r>
            <a:r>
              <a:rPr lang="es-ES" sz="1400" b="1" dirty="0"/>
              <a:t>métricas estructurales y de centralidad</a:t>
            </a:r>
            <a:r>
              <a:rPr lang="es-ES" sz="1400" dirty="0"/>
              <a:t>, mostrando los nodos más influyentes y la organización interna de la red.</a:t>
            </a:r>
          </a:p>
          <a:p>
            <a:pPr>
              <a:lnSpc>
                <a:spcPct val="110000"/>
              </a:lnSpc>
            </a:pPr>
            <a:endParaRPr lang="es-ES" sz="1400" dirty="0"/>
          </a:p>
          <a:p>
            <a:pPr>
              <a:lnSpc>
                <a:spcPct val="110000"/>
              </a:lnSpc>
            </a:pPr>
            <a:r>
              <a:rPr lang="es-ES" sz="1400" b="1" dirty="0"/>
              <a:t>Avances en el área</a:t>
            </a:r>
          </a:p>
          <a:p>
            <a:pPr>
              <a:lnSpc>
                <a:spcPct val="110000"/>
              </a:lnSpc>
            </a:pPr>
            <a:r>
              <a:rPr lang="es-ES" sz="1400" dirty="0"/>
              <a:t>Se demostró que el </a:t>
            </a:r>
            <a:r>
              <a:rPr lang="es-ES" sz="1400" b="1" dirty="0"/>
              <a:t>análisis de redes</a:t>
            </a:r>
            <a:r>
              <a:rPr lang="es-ES" sz="1400" dirty="0"/>
              <a:t> permite entender cómo se organiza el conocimiento en sistemas complejos.</a:t>
            </a:r>
          </a:p>
          <a:p>
            <a:pPr>
              <a:lnSpc>
                <a:spcPct val="110000"/>
              </a:lnSpc>
            </a:pPr>
            <a:r>
              <a:rPr lang="es-ES" sz="1400" dirty="0"/>
              <a:t>Se comprobó la </a:t>
            </a:r>
            <a:r>
              <a:rPr lang="es-ES" sz="1400" b="1" dirty="0"/>
              <a:t>utilidad de los modelos de comunidades</a:t>
            </a:r>
            <a:r>
              <a:rPr lang="es-ES" sz="1400" dirty="0"/>
              <a:t> para identificar relaciones ocultas entre temas.</a:t>
            </a:r>
          </a:p>
          <a:p>
            <a:pPr>
              <a:lnSpc>
                <a:spcPct val="110000"/>
              </a:lnSpc>
            </a:pPr>
            <a:endParaRPr lang="es-ES" sz="1400" dirty="0"/>
          </a:p>
          <a:p>
            <a:pPr>
              <a:lnSpc>
                <a:spcPct val="110000"/>
              </a:lnSpc>
            </a:pPr>
            <a:r>
              <a:rPr lang="es-ES" sz="1400" b="1" dirty="0"/>
              <a:t>Problemas o riesgos</a:t>
            </a:r>
          </a:p>
          <a:p>
            <a:pPr>
              <a:lnSpc>
                <a:spcPct val="110000"/>
              </a:lnSpc>
            </a:pPr>
            <a:r>
              <a:rPr lang="es-ES" sz="1400" b="1" dirty="0"/>
              <a:t>Limitaciones del </a:t>
            </a:r>
            <a:r>
              <a:rPr lang="es-ES" sz="1400" b="1" dirty="0" err="1"/>
              <a:t>dataset</a:t>
            </a:r>
            <a:r>
              <a:rPr lang="es-ES" sz="1400" dirty="0"/>
              <a:t>: tamaño muy grande, requería muestreo y reducción.</a:t>
            </a:r>
          </a:p>
          <a:p>
            <a:pPr>
              <a:lnSpc>
                <a:spcPct val="110000"/>
              </a:lnSpc>
            </a:pPr>
            <a:r>
              <a:rPr lang="es-ES" sz="1400" b="1" dirty="0"/>
              <a:t>Coste computacional alto</a:t>
            </a:r>
            <a:r>
              <a:rPr lang="es-ES" sz="1400" dirty="0"/>
              <a:t> en algoritmos como </a:t>
            </a:r>
            <a:r>
              <a:rPr lang="es-ES" sz="1400" dirty="0" err="1"/>
              <a:t>Girvan</a:t>
            </a:r>
            <a:r>
              <a:rPr lang="es-ES" sz="1400" dirty="0"/>
              <a:t>–Newman.</a:t>
            </a:r>
          </a:p>
          <a:p>
            <a:pPr>
              <a:lnSpc>
                <a:spcPct val="110000"/>
              </a:lnSpc>
            </a:pPr>
            <a:r>
              <a:rPr lang="es-ES" sz="1400" b="1" dirty="0"/>
              <a:t>Variabilidad</a:t>
            </a:r>
            <a:r>
              <a:rPr lang="es-ES" sz="1400" dirty="0"/>
              <a:t> en métodos como </a:t>
            </a:r>
            <a:r>
              <a:rPr lang="es-ES" sz="1400" dirty="0" err="1"/>
              <a:t>Label</a:t>
            </a:r>
            <a:r>
              <a:rPr lang="es-ES" sz="1400" dirty="0"/>
              <a:t> </a:t>
            </a:r>
            <a:r>
              <a:rPr lang="es-ES" sz="1400" dirty="0" err="1"/>
              <a:t>Propagation</a:t>
            </a:r>
            <a:r>
              <a:rPr lang="es-ES" sz="1400"/>
              <a:t>.</a:t>
            </a:r>
          </a:p>
          <a:p>
            <a:pPr>
              <a:lnSpc>
                <a:spcPct val="110000"/>
              </a:lnSpc>
            </a:pPr>
            <a:endParaRPr lang="es-ES" sz="1400" dirty="0"/>
          </a:p>
          <a:p>
            <a:pPr>
              <a:lnSpc>
                <a:spcPct val="110000"/>
              </a:lnSpc>
            </a:pPr>
            <a:r>
              <a:rPr lang="es-ES" sz="1400" b="1" dirty="0"/>
              <a:t>Oportunidades futuras</a:t>
            </a:r>
          </a:p>
          <a:p>
            <a:pPr>
              <a:lnSpc>
                <a:spcPct val="110000"/>
              </a:lnSpc>
            </a:pPr>
            <a:r>
              <a:rPr lang="es-ES" sz="1400" dirty="0"/>
              <a:t>Analizar la </a:t>
            </a:r>
            <a:r>
              <a:rPr lang="es-ES" sz="1400" b="1" dirty="0"/>
              <a:t>evolución temporal</a:t>
            </a:r>
            <a:r>
              <a:rPr lang="es-ES" sz="1400" dirty="0"/>
              <a:t> de las comunidades en diferentes años de Wikipedia.</a:t>
            </a:r>
          </a:p>
          <a:p>
            <a:pPr>
              <a:lnSpc>
                <a:spcPct val="110000"/>
              </a:lnSpc>
            </a:pPr>
            <a:r>
              <a:rPr lang="es-ES" sz="1400" dirty="0"/>
              <a:t>Incorporar </a:t>
            </a:r>
            <a:r>
              <a:rPr lang="es-ES" sz="1400" b="1" dirty="0"/>
              <a:t>técnicas basadas en aprendizaje automático</a:t>
            </a:r>
            <a:r>
              <a:rPr lang="es-ES" sz="1400" dirty="0"/>
              <a:t> o </a:t>
            </a:r>
            <a:r>
              <a:rPr lang="es-ES" sz="1400" dirty="0" err="1"/>
              <a:t>embeddings</a:t>
            </a:r>
            <a:r>
              <a:rPr lang="es-ES" sz="1400" dirty="0"/>
              <a:t> de grafos.</a:t>
            </a:r>
          </a:p>
          <a:p>
            <a:pPr>
              <a:lnSpc>
                <a:spcPct val="110000"/>
              </a:lnSpc>
            </a:pPr>
            <a:r>
              <a:rPr lang="es-ES" sz="1400" dirty="0"/>
              <a:t>Explorar </a:t>
            </a:r>
            <a:r>
              <a:rPr lang="es-ES" sz="1400" b="1" dirty="0"/>
              <a:t>visualizaciones dinámicas</a:t>
            </a:r>
            <a:r>
              <a:rPr lang="es-ES" sz="1400" dirty="0"/>
              <a:t> que muestren cómo se conectan los temas en distintos niveles.</a:t>
            </a:r>
          </a:p>
          <a:p>
            <a:pPr>
              <a:lnSpc>
                <a:spcPct val="110000"/>
              </a:lnSpc>
            </a:pPr>
            <a:endParaRPr lang="es-CL" sz="700" dirty="0"/>
          </a:p>
        </p:txBody>
      </p:sp>
    </p:spTree>
    <p:extLst>
      <p:ext uri="{BB962C8B-B14F-4D97-AF65-F5344CB8AC3E}">
        <p14:creationId xmlns:p14="http://schemas.microsoft.com/office/powerpoint/2010/main" val="2686816546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984</Words>
  <Application>Microsoft Office PowerPoint</Application>
  <PresentationFormat>Panorámica</PresentationFormat>
  <Paragraphs>96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0" baseType="lpstr">
      <vt:lpstr>Arial</vt:lpstr>
      <vt:lpstr>Neue Haas Grotesk Text Pro</vt:lpstr>
      <vt:lpstr>VanillaVTI</vt:lpstr>
      <vt:lpstr>Detección de Comunidades en Redes Complejas</vt:lpstr>
      <vt:lpstr>Introducción</vt:lpstr>
      <vt:lpstr>Ejemplos, planteamiento y solución</vt:lpstr>
      <vt:lpstr>Modelos y algoritmos</vt:lpstr>
      <vt:lpstr>Métricas y medidas estructurales</vt:lpstr>
      <vt:lpstr>Análisis, visualización e interpretación</vt:lpstr>
      <vt:lpstr>Conclusiones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Niko A7x</dc:creator>
  <cp:lastModifiedBy>Niko A7x</cp:lastModifiedBy>
  <cp:revision>1</cp:revision>
  <dcterms:created xsi:type="dcterms:W3CDTF">2025-11-11T02:25:29Z</dcterms:created>
  <dcterms:modified xsi:type="dcterms:W3CDTF">2025-11-11T03:27:09Z</dcterms:modified>
</cp:coreProperties>
</file>